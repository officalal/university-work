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74" r:id="rId9"/>
    <p:sldId id="275" r:id="rId10"/>
    <p:sldId id="276" r:id="rId11"/>
    <p:sldId id="277" r:id="rId12"/>
    <p:sldId id="278" r:id="rId13"/>
    <p:sldId id="271" r:id="rId14"/>
    <p:sldId id="272" r:id="rId15"/>
    <p:sldId id="262" r:id="rId16"/>
    <p:sldId id="273" r:id="rId17"/>
    <p:sldId id="263" r:id="rId18"/>
    <p:sldId id="266" r:id="rId19"/>
    <p:sldId id="267" r:id="rId20"/>
    <p:sldId id="268" r:id="rId21"/>
    <p:sldId id="265" r:id="rId2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15206-1324-2A22-1106-31CB032916D0}" v="3" dt="2025-12-15T09:08:55.715"/>
    <p1510:client id="{7DF297A8-6584-6346-1A66-97906E72C501}" v="1777" dt="2025-12-14T12:42:15.116"/>
    <p1510:client id="{C95B77C3-9ACA-EA73-0CCE-EC69FED23EA0}" v="62" dt="2025-12-14T12:49:35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aria Miah" userId="S::zakaria.miah@mail.bcu.ac.uk::f43db067-7af0-4e5c-b8e3-a6f1edbc9741" providerId="AD" clId="Web-{DB282D89-19C7-E2B3-CCAC-FF5F0E6B227F}"/>
    <pc:docChg chg="modSld">
      <pc:chgData name="Zakaria Miah" userId="S::zakaria.miah@mail.bcu.ac.uk::f43db067-7af0-4e5c-b8e3-a6f1edbc9741" providerId="AD" clId="Web-{DB282D89-19C7-E2B3-CCAC-FF5F0E6B227F}" dt="2025-12-03T23:55:56.664" v="2" actId="20577"/>
      <pc:docMkLst>
        <pc:docMk/>
      </pc:docMkLst>
      <pc:sldChg chg="modSp">
        <pc:chgData name="Zakaria Miah" userId="S::zakaria.miah@mail.bcu.ac.uk::f43db067-7af0-4e5c-b8e3-a6f1edbc9741" providerId="AD" clId="Web-{DB282D89-19C7-E2B3-CCAC-FF5F0E6B227F}" dt="2025-12-03T23:55:56.664" v="2" actId="20577"/>
        <pc:sldMkLst>
          <pc:docMk/>
          <pc:sldMk cId="109857222" sldId="256"/>
        </pc:sldMkLst>
        <pc:spChg chg="mod">
          <ac:chgData name="Zakaria Miah" userId="S::zakaria.miah@mail.bcu.ac.uk::f43db067-7af0-4e5c-b8e3-a6f1edbc9741" providerId="AD" clId="Web-{DB282D89-19C7-E2B3-CCAC-FF5F0E6B227F}" dt="2025-12-03T23:55:56.664" v="2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Orlando Igwe" userId="S::orlando.igwe@mail.bcu.ac.uk::e4f39cd5-a45f-4cf1-b6b2-0d5df9fe5f42" providerId="AD" clId="Web-{7DF297A8-6584-6346-1A66-97906E72C501}"/>
    <pc:docChg chg="addSld delSld modSld">
      <pc:chgData name="Orlando Igwe" userId="S::orlando.igwe@mail.bcu.ac.uk::e4f39cd5-a45f-4cf1-b6b2-0d5df9fe5f42" providerId="AD" clId="Web-{7DF297A8-6584-6346-1A66-97906E72C501}" dt="2025-12-14T12:42:15.116" v="1811" actId="14100"/>
      <pc:docMkLst>
        <pc:docMk/>
      </pc:docMkLst>
      <pc:sldChg chg="modSp">
        <pc:chgData name="Orlando Igwe" userId="S::orlando.igwe@mail.bcu.ac.uk::e4f39cd5-a45f-4cf1-b6b2-0d5df9fe5f42" providerId="AD" clId="Web-{7DF297A8-6584-6346-1A66-97906E72C501}" dt="2025-12-14T11:24:38.869" v="82" actId="1076"/>
        <pc:sldMkLst>
          <pc:docMk/>
          <pc:sldMk cId="2712578051" sldId="259"/>
        </pc:sldMkLst>
        <pc:graphicFrameChg chg="mod">
          <ac:chgData name="Orlando Igwe" userId="S::orlando.igwe@mail.bcu.ac.uk::e4f39cd5-a45f-4cf1-b6b2-0d5df9fe5f42" providerId="AD" clId="Web-{7DF297A8-6584-6346-1A66-97906E72C501}" dt="2025-12-14T11:24:38.869" v="82" actId="1076"/>
          <ac:graphicFrameMkLst>
            <pc:docMk/>
            <pc:sldMk cId="2712578051" sldId="259"/>
            <ac:graphicFrameMk id="5" creationId="{8BE4E697-C6A1-AE94-D584-768C7F002609}"/>
          </ac:graphicFrameMkLst>
        </pc:graphicFrameChg>
      </pc:sldChg>
      <pc:sldChg chg="addSp delSp modSp mod setBg setClrOvrMap">
        <pc:chgData name="Orlando Igwe" userId="S::orlando.igwe@mail.bcu.ac.uk::e4f39cd5-a45f-4cf1-b6b2-0d5df9fe5f42" providerId="AD" clId="Web-{7DF297A8-6584-6346-1A66-97906E72C501}" dt="2025-12-14T12:42:15.116" v="1811" actId="14100"/>
        <pc:sldMkLst>
          <pc:docMk/>
          <pc:sldMk cId="46322003" sldId="260"/>
        </pc:sldMkLst>
        <pc:spChg chg="mod">
          <ac:chgData name="Orlando Igwe" userId="S::orlando.igwe@mail.bcu.ac.uk::e4f39cd5-a45f-4cf1-b6b2-0d5df9fe5f42" providerId="AD" clId="Web-{7DF297A8-6584-6346-1A66-97906E72C501}" dt="2025-12-14T12:38:50.830" v="1757"/>
          <ac:spMkLst>
            <pc:docMk/>
            <pc:sldMk cId="46322003" sldId="260"/>
            <ac:spMk id="2" creationId="{7D6C0DD2-9600-4304-6FB5-10E2D35AF871}"/>
          </ac:spMkLst>
        </pc:spChg>
        <pc:spChg chg="add del mod">
          <ac:chgData name="Orlando Igwe" userId="S::orlando.igwe@mail.bcu.ac.uk::e4f39cd5-a45f-4cf1-b6b2-0d5df9fe5f42" providerId="AD" clId="Web-{7DF297A8-6584-6346-1A66-97906E72C501}" dt="2025-12-14T12:38:50.830" v="1757"/>
          <ac:spMkLst>
            <pc:docMk/>
            <pc:sldMk cId="46322003" sldId="260"/>
            <ac:spMk id="3" creationId="{608F856C-08A7-1A40-08E5-1D124E0EBD99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35.114" v="1327"/>
          <ac:spMkLst>
            <pc:docMk/>
            <pc:sldMk cId="46322003" sldId="260"/>
            <ac:spMk id="8" creationId="{44D65982-4F00-4330-8DAA-DE6A9E4D6D23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37.583" v="1329"/>
          <ac:spMkLst>
            <pc:docMk/>
            <pc:sldMk cId="46322003" sldId="260"/>
            <ac:spMk id="9" creationId="{362810D9-2C5A-477D-949C-C191895477F3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35.114" v="1327"/>
          <ac:spMkLst>
            <pc:docMk/>
            <pc:sldMk cId="46322003" sldId="260"/>
            <ac:spMk id="10" creationId="{56AD21CA-472C-4EA1-A897-F639017AFED3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11" creationId="{873DDF9D-E27C-4E23-A1E8-CA352535F7C9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13" creationId="{4C6B5652-C661-4C58-B937-F0F490F7FCB2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14" creationId="{21C9FE86-FCC3-4A31-AA1C-C882262B7FE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15" creationId="{0B936867-6407-43FB-9DE6-1B0879D0CB31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17" creationId="{ACD0B258-678B-4A8C-894F-848AF24A1922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18" creationId="{A09989E4-EFDC-4A90-A633-E0525FB4139E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19" creationId="{2F003F3F-F118-41D2-AA3F-74DB0D1970BB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5:23.504" v="1296"/>
          <ac:spMkLst>
            <pc:docMk/>
            <pc:sldMk cId="46322003" sldId="260"/>
            <ac:spMk id="21" creationId="{C8D58395-74AF-401A-AF2F-76B6FCF71DFE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8.027" v="1519"/>
          <ac:spMkLst>
            <pc:docMk/>
            <pc:sldMk cId="46322003" sldId="260"/>
            <ac:spMk id="22" creationId="{907EF6B7-1338-4443-8C46-6A318D952DFD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8.027" v="1519"/>
          <ac:spMkLst>
            <pc:docMk/>
            <pc:sldMk cId="46322003" sldId="260"/>
            <ac:spMk id="23" creationId="{DAAE4CDD-124C-4DCF-9584-B6033B545DD5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8.027" v="1519"/>
          <ac:spMkLst>
            <pc:docMk/>
            <pc:sldMk cId="46322003" sldId="260"/>
            <ac:spMk id="24" creationId="{081E4A58-353D-44AE-B2FC-2A74E2E400F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35.114" v="1327"/>
          <ac:spMkLst>
            <pc:docMk/>
            <pc:sldMk cId="46322003" sldId="260"/>
            <ac:spMk id="25" creationId="{C05FE506-AB9A-470B-89C8-008269966F9C}"/>
          </ac:spMkLst>
        </pc:spChg>
        <pc:spChg chg="add">
          <ac:chgData name="Orlando Igwe" userId="S::orlando.igwe@mail.bcu.ac.uk::e4f39cd5-a45f-4cf1-b6b2-0d5df9fe5f42" providerId="AD" clId="Web-{7DF297A8-6584-6346-1A66-97906E72C501}" dt="2025-12-14T12:38:50.830" v="1757"/>
          <ac:spMkLst>
            <pc:docMk/>
            <pc:sldMk cId="46322003" sldId="260"/>
            <ac:spMk id="27" creationId="{B50AB553-2A96-4A92-96F2-93548E096954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37.583" v="1329"/>
          <ac:spMkLst>
            <pc:docMk/>
            <pc:sldMk cId="46322003" sldId="260"/>
            <ac:spMk id="29" creationId="{081E4A58-353D-44AE-B2FC-2A74E2E400F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1.239" v="1331"/>
          <ac:spMkLst>
            <pc:docMk/>
            <pc:sldMk cId="46322003" sldId="260"/>
            <ac:spMk id="31" creationId="{A2679492-7988-4050-9056-542444452411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1.239" v="1331"/>
          <ac:spMkLst>
            <pc:docMk/>
            <pc:sldMk cId="46322003" sldId="260"/>
            <ac:spMk id="32" creationId="{B091B163-7D61-4891-ABCF-5C13D9C418D0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38" creationId="{DEE2AD96-B495-4E06-9291-B71706F728CB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39" creationId="{53CF6D67-C5A8-4ADD-9E8E-1E38CA1D3166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40" creationId="{86909FA0-B515-4681-B7A8-FA281D133B94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3.630" v="1333"/>
          <ac:spMkLst>
            <pc:docMk/>
            <pc:sldMk cId="46322003" sldId="260"/>
            <ac:spMk id="41" creationId="{7D96243B-ECED-4B71-8E06-AE9A285EAD20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9.255" v="1335"/>
          <ac:spMkLst>
            <pc:docMk/>
            <pc:sldMk cId="46322003" sldId="260"/>
            <ac:spMk id="43" creationId="{907EF6B7-1338-4443-8C46-6A318D952DFD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9.255" v="1335"/>
          <ac:spMkLst>
            <pc:docMk/>
            <pc:sldMk cId="46322003" sldId="260"/>
            <ac:spMk id="44" creationId="{DAAE4CDD-124C-4DCF-9584-B6033B545DD5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6:49.255" v="1335"/>
          <ac:spMkLst>
            <pc:docMk/>
            <pc:sldMk cId="46322003" sldId="260"/>
            <ac:spMk id="45" creationId="{081E4A58-353D-44AE-B2FC-2A74E2E400F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7:11.489" v="1337"/>
          <ac:spMkLst>
            <pc:docMk/>
            <pc:sldMk cId="46322003" sldId="260"/>
            <ac:spMk id="47" creationId="{389575E1-3389-451A-A5F7-27854C25C599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7:11.489" v="1337"/>
          <ac:spMkLst>
            <pc:docMk/>
            <pc:sldMk cId="46322003" sldId="260"/>
            <ac:spMk id="48" creationId="{A53CCC5C-D88E-40FB-B30B-23DCDBD01D3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07:11.489" v="1337"/>
          <ac:spMkLst>
            <pc:docMk/>
            <pc:sldMk cId="46322003" sldId="260"/>
            <ac:spMk id="49" creationId="{081E4A58-353D-44AE-B2FC-2A74E2E400F7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43" creationId="{B712E947-0734-45F9-9C4F-41114EC3A33E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45" creationId="{4C6B5652-C661-4C58-B937-F0F490F7FCB2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47" creationId="{0B936867-6407-43FB-9DE6-1B0879D0CB31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49" creationId="{ACD0B258-678B-4A8C-894F-848AF24A1922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51" creationId="{C8D58395-74AF-401A-AF2F-76B6FCF71DFE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13:40.832" v="1389"/>
          <ac:spMkLst>
            <pc:docMk/>
            <pc:sldMk cId="46322003" sldId="260"/>
            <ac:spMk id="153" creationId="{2F003F3F-F118-41D2-AA3F-74DB0D1970BB}"/>
          </ac:spMkLst>
        </pc:spChg>
        <pc:grpChg chg="add del">
          <ac:chgData name="Orlando Igwe" userId="S::orlando.igwe@mail.bcu.ac.uk::e4f39cd5-a45f-4cf1-b6b2-0d5df9fe5f42" providerId="AD" clId="Web-{7DF297A8-6584-6346-1A66-97906E72C501}" dt="2025-12-14T12:06:35.114" v="1327"/>
          <ac:grpSpMkLst>
            <pc:docMk/>
            <pc:sldMk cId="46322003" sldId="260"/>
            <ac:grpSpMk id="12" creationId="{B29A5F49-8CEE-44D2-A717-96965326A59B}"/>
          </ac:grpSpMkLst>
        </pc:grpChg>
        <pc:grpChg chg="add del">
          <ac:chgData name="Orlando Igwe" userId="S::orlando.igwe@mail.bcu.ac.uk::e4f39cd5-a45f-4cf1-b6b2-0d5df9fe5f42" providerId="AD" clId="Web-{7DF297A8-6584-6346-1A66-97906E72C501}" dt="2025-12-14T12:06:35.114" v="1327"/>
          <ac:grpSpMkLst>
            <pc:docMk/>
            <pc:sldMk cId="46322003" sldId="260"/>
            <ac:grpSpMk id="16" creationId="{43F5E015-E085-4624-B431-B42414448684}"/>
          </ac:grpSpMkLst>
        </pc:grpChg>
        <pc:grpChg chg="add del">
          <ac:chgData name="Orlando Igwe" userId="S::orlando.igwe@mail.bcu.ac.uk::e4f39cd5-a45f-4cf1-b6b2-0d5df9fe5f42" providerId="AD" clId="Web-{7DF297A8-6584-6346-1A66-97906E72C501}" dt="2025-12-14T12:06:41.239" v="1331"/>
          <ac:grpSpMkLst>
            <pc:docMk/>
            <pc:sldMk cId="46322003" sldId="260"/>
            <ac:grpSpMk id="33" creationId="{0474DF76-993E-44DE-AFB0-C416182ACECF}"/>
          </ac:grpSpMkLst>
        </pc:grpChg>
        <pc:graphicFrameChg chg="add del">
          <ac:chgData name="Orlando Igwe" userId="S::orlando.igwe@mail.bcu.ac.uk::e4f39cd5-a45f-4cf1-b6b2-0d5df9fe5f42" providerId="AD" clId="Web-{7DF297A8-6584-6346-1A66-97906E72C501}" dt="2025-12-14T12:08:53.195" v="1371"/>
          <ac:graphicFrameMkLst>
            <pc:docMk/>
            <pc:sldMk cId="46322003" sldId="260"/>
            <ac:graphicFrameMk id="20" creationId="{FECA2680-AC59-8E6D-A807-205118E79C98}"/>
          </ac:graphicFrameMkLst>
        </pc:graphicFrameChg>
        <pc:graphicFrameChg chg="add mod">
          <ac:chgData name="Orlando Igwe" userId="S::orlando.igwe@mail.bcu.ac.uk::e4f39cd5-a45f-4cf1-b6b2-0d5df9fe5f42" providerId="AD" clId="Web-{7DF297A8-6584-6346-1A66-97906E72C501}" dt="2025-12-14T12:40:15.519" v="1766" actId="14100"/>
          <ac:graphicFrameMkLst>
            <pc:docMk/>
            <pc:sldMk cId="46322003" sldId="260"/>
            <ac:graphicFrameMk id="30" creationId="{F6B6150F-6D6F-2622-B6DE-4DA97F820C06}"/>
          </ac:graphicFrameMkLst>
        </pc:graphicFrameChg>
        <pc:picChg chg="add del mod">
          <ac:chgData name="Orlando Igwe" userId="S::orlando.igwe@mail.bcu.ac.uk::e4f39cd5-a45f-4cf1-b6b2-0d5df9fe5f42" providerId="AD" clId="Web-{7DF297A8-6584-6346-1A66-97906E72C501}" dt="2025-12-14T12:02:25.815" v="1272"/>
          <ac:picMkLst>
            <pc:docMk/>
            <pc:sldMk cId="46322003" sldId="260"/>
            <ac:picMk id="4" creationId="{271C192C-C776-4348-2667-6BE41986B0DF}"/>
          </ac:picMkLst>
        </pc:picChg>
        <pc:picChg chg="add del mod ord">
          <ac:chgData name="Orlando Igwe" userId="S::orlando.igwe@mail.bcu.ac.uk::e4f39cd5-a45f-4cf1-b6b2-0d5df9fe5f42" providerId="AD" clId="Web-{7DF297A8-6584-6346-1A66-97906E72C501}" dt="2025-12-14T12:05:48.270" v="1316"/>
          <ac:picMkLst>
            <pc:docMk/>
            <pc:sldMk cId="46322003" sldId="260"/>
            <ac:picMk id="5" creationId="{963935C3-21EC-8BD3-7154-E45C007AA5A9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05:25.442" v="1297"/>
          <ac:picMkLst>
            <pc:docMk/>
            <pc:sldMk cId="46322003" sldId="260"/>
            <ac:picMk id="6" creationId="{EF171026-B8E1-033C-711F-A92E13575A5C}"/>
          </ac:picMkLst>
        </pc:picChg>
        <pc:picChg chg="add del">
          <ac:chgData name="Orlando Igwe" userId="S::orlando.igwe@mail.bcu.ac.uk::e4f39cd5-a45f-4cf1-b6b2-0d5df9fe5f42" providerId="AD" clId="Web-{7DF297A8-6584-6346-1A66-97906E72C501}" dt="2025-12-14T12:08:53.195" v="1371"/>
          <ac:picMkLst>
            <pc:docMk/>
            <pc:sldMk cId="46322003" sldId="260"/>
            <ac:picMk id="7" creationId="{24C827F4-EA46-C332-081C-79947303D90E}"/>
          </ac:picMkLst>
        </pc:picChg>
        <pc:picChg chg="add mod">
          <ac:chgData name="Orlando Igwe" userId="S::orlando.igwe@mail.bcu.ac.uk::e4f39cd5-a45f-4cf1-b6b2-0d5df9fe5f42" providerId="AD" clId="Web-{7DF297A8-6584-6346-1A66-97906E72C501}" dt="2025-12-14T12:41:06.678" v="1784" actId="1076"/>
          <ac:picMkLst>
            <pc:docMk/>
            <pc:sldMk cId="46322003" sldId="260"/>
            <ac:picMk id="26" creationId="{9E21814A-8BDD-241E-10DB-6DD2FC1502ED}"/>
          </ac:picMkLst>
        </pc:picChg>
        <pc:picChg chg="add del">
          <ac:chgData name="Orlando Igwe" userId="S::orlando.igwe@mail.bcu.ac.uk::e4f39cd5-a45f-4cf1-b6b2-0d5df9fe5f42" providerId="AD" clId="Web-{7DF297A8-6584-6346-1A66-97906E72C501}" dt="2025-12-14T12:06:37.583" v="1329"/>
          <ac:picMkLst>
            <pc:docMk/>
            <pc:sldMk cId="46322003" sldId="260"/>
            <ac:picMk id="28" creationId="{E5BC4BE5-B635-D1DB-574F-C9DFF90A9D6F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08:50.164" v="1370"/>
          <ac:picMkLst>
            <pc:docMk/>
            <pc:sldMk cId="46322003" sldId="260"/>
            <ac:picMk id="50" creationId="{63EBD8A1-B255-53F0-C0FD-A33A4002ABEA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08:45.898" v="1367"/>
          <ac:picMkLst>
            <pc:docMk/>
            <pc:sldMk cId="46322003" sldId="260"/>
            <ac:picMk id="51" creationId="{53E2B8C6-0BBA-31B6-A4FD-C27CF0FFCD9C}"/>
          </ac:picMkLst>
        </pc:picChg>
        <pc:picChg chg="add del mod ord">
          <ac:chgData name="Orlando Igwe" userId="S::orlando.igwe@mail.bcu.ac.uk::e4f39cd5-a45f-4cf1-b6b2-0d5df9fe5f42" providerId="AD" clId="Web-{7DF297A8-6584-6346-1A66-97906E72C501}" dt="2025-12-14T12:13:46.035" v="1401"/>
          <ac:picMkLst>
            <pc:docMk/>
            <pc:sldMk cId="46322003" sldId="260"/>
            <ac:picMk id="137" creationId="{F519D0C8-CAEF-1C48-7A9F-38278B683CCE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13:42.566" v="1395"/>
          <ac:picMkLst>
            <pc:docMk/>
            <pc:sldMk cId="46322003" sldId="260"/>
            <ac:picMk id="138" creationId="{7786B8DA-C0F5-A8C8-BBC3-6AC228C945FB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23:28.183" v="1515"/>
          <ac:picMkLst>
            <pc:docMk/>
            <pc:sldMk cId="46322003" sldId="260"/>
            <ac:picMk id="139" creationId="{22BA0DF8-C960-95A5-104A-974D0DA6BBD9}"/>
          </ac:picMkLst>
        </pc:picChg>
        <pc:picChg chg="add del mod">
          <ac:chgData name="Orlando Igwe" userId="S::orlando.igwe@mail.bcu.ac.uk::e4f39cd5-a45f-4cf1-b6b2-0d5df9fe5f42" providerId="AD" clId="Web-{7DF297A8-6584-6346-1A66-97906E72C501}" dt="2025-12-14T12:23:27.308" v="1514"/>
          <ac:picMkLst>
            <pc:docMk/>
            <pc:sldMk cId="46322003" sldId="260"/>
            <ac:picMk id="140" creationId="{936DDE1E-CCA0-DFAF-369B-36D372D905B0}"/>
          </ac:picMkLst>
        </pc:picChg>
        <pc:picChg chg="add mod">
          <ac:chgData name="Orlando Igwe" userId="S::orlando.igwe@mail.bcu.ac.uk::e4f39cd5-a45f-4cf1-b6b2-0d5df9fe5f42" providerId="AD" clId="Web-{7DF297A8-6584-6346-1A66-97906E72C501}" dt="2025-12-14T12:42:14.241" v="1810" actId="1076"/>
          <ac:picMkLst>
            <pc:docMk/>
            <pc:sldMk cId="46322003" sldId="260"/>
            <ac:picMk id="157" creationId="{EDE2AC26-B355-5144-D4B0-02366E069567}"/>
          </ac:picMkLst>
        </pc:picChg>
        <pc:picChg chg="add mod">
          <ac:chgData name="Orlando Igwe" userId="S::orlando.igwe@mail.bcu.ac.uk::e4f39cd5-a45f-4cf1-b6b2-0d5df9fe5f42" providerId="AD" clId="Web-{7DF297A8-6584-6346-1A66-97906E72C501}" dt="2025-12-14T12:42:15.116" v="1811" actId="14100"/>
          <ac:picMkLst>
            <pc:docMk/>
            <pc:sldMk cId="46322003" sldId="260"/>
            <ac:picMk id="158" creationId="{8F11D455-B39B-997C-52E8-41CFEE41F534}"/>
          </ac:picMkLst>
        </pc:picChg>
        <pc:cxnChg chg="add del">
          <ac:chgData name="Orlando Igwe" userId="S::orlando.igwe@mail.bcu.ac.uk::e4f39cd5-a45f-4cf1-b6b2-0d5df9fe5f42" providerId="AD" clId="Web-{7DF297A8-6584-6346-1A66-97906E72C501}" dt="2025-12-14T12:06:41.239" v="1331"/>
          <ac:cxnSpMkLst>
            <pc:docMk/>
            <pc:sldMk cId="46322003" sldId="260"/>
            <ac:cxnSpMk id="36" creationId="{C49DA8F6-BCC1-4447-B54C-57856834B94B}"/>
          </ac:cxnSpMkLst>
        </pc:cxnChg>
      </pc:sldChg>
      <pc:sldChg chg="modSp new del">
        <pc:chgData name="Orlando Igwe" userId="S::orlando.igwe@mail.bcu.ac.uk::e4f39cd5-a45f-4cf1-b6b2-0d5df9fe5f42" providerId="AD" clId="Web-{7DF297A8-6584-6346-1A66-97906E72C501}" dt="2025-12-14T11:24:56.197" v="86"/>
        <pc:sldMkLst>
          <pc:docMk/>
          <pc:sldMk cId="2842748862" sldId="279"/>
        </pc:sldMkLst>
        <pc:spChg chg="mod">
          <ac:chgData name="Orlando Igwe" userId="S::orlando.igwe@mail.bcu.ac.uk::e4f39cd5-a45f-4cf1-b6b2-0d5df9fe5f42" providerId="AD" clId="Web-{7DF297A8-6584-6346-1A66-97906E72C501}" dt="2025-12-14T11:20:25.831" v="59" actId="20577"/>
          <ac:spMkLst>
            <pc:docMk/>
            <pc:sldMk cId="2842748862" sldId="279"/>
            <ac:spMk id="2" creationId="{E64BB373-8F0A-A2AA-F353-2C57B7B4BA3C}"/>
          </ac:spMkLst>
        </pc:spChg>
      </pc:sldChg>
      <pc:sldChg chg="addSp delSp modSp new mod setBg">
        <pc:chgData name="Orlando Igwe" userId="S::orlando.igwe@mail.bcu.ac.uk::e4f39cd5-a45f-4cf1-b6b2-0d5df9fe5f42" providerId="AD" clId="Web-{7DF297A8-6584-6346-1A66-97906E72C501}" dt="2025-12-14T12:39:04.815" v="1758"/>
        <pc:sldMkLst>
          <pc:docMk/>
          <pc:sldMk cId="4036039013" sldId="279"/>
        </pc:sldMkLst>
        <pc:spChg chg="mod">
          <ac:chgData name="Orlando Igwe" userId="S::orlando.igwe@mail.bcu.ac.uk::e4f39cd5-a45f-4cf1-b6b2-0d5df9fe5f42" providerId="AD" clId="Web-{7DF297A8-6584-6346-1A66-97906E72C501}" dt="2025-12-14T12:39:04.815" v="1758"/>
          <ac:spMkLst>
            <pc:docMk/>
            <pc:sldMk cId="4036039013" sldId="279"/>
            <ac:spMk id="2" creationId="{9F1B7F4F-5C37-A2AE-6F0D-0F6187AFCCEC}"/>
          </ac:spMkLst>
        </pc:spChg>
        <pc:spChg chg="add del mod">
          <ac:chgData name="Orlando Igwe" userId="S::orlando.igwe@mail.bcu.ac.uk::e4f39cd5-a45f-4cf1-b6b2-0d5df9fe5f42" providerId="AD" clId="Web-{7DF297A8-6584-6346-1A66-97906E72C501}" dt="2025-12-14T12:39:04.815" v="1758"/>
          <ac:spMkLst>
            <pc:docMk/>
            <pc:sldMk cId="4036039013" sldId="279"/>
            <ac:spMk id="3" creationId="{E95739C2-4989-9FBA-9B37-6F009382AE96}"/>
          </ac:spMkLst>
        </pc:spChg>
        <pc:spChg chg="add">
          <ac:chgData name="Orlando Igwe" userId="S::orlando.igwe@mail.bcu.ac.uk::e4f39cd5-a45f-4cf1-b6b2-0d5df9fe5f42" providerId="AD" clId="Web-{7DF297A8-6584-6346-1A66-97906E72C501}" dt="2025-12-14T12:39:04.815" v="1758"/>
          <ac:spMkLst>
            <pc:docMk/>
            <pc:sldMk cId="4036039013" sldId="279"/>
            <ac:spMk id="8" creationId="{B50AB553-2A96-4A92-96F2-93548E096954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10" creationId="{6A84B152-3496-4C52-AF08-97AFFC09DD2C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12" creationId="{6B2ADB95-0FA3-4BD7-A8AC-89D014A83E5B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14" creationId="{C924DBCE-E731-4B22-8181-A39C1D86276C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16" creationId="{4CBF9756-6AC8-4C65-84DF-56FBFFA1D873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18" creationId="{2D385988-EAAF-4C27-AF8A-2BFBECAF3D4F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22" creationId="{B621D332-7329-4994-8836-C429A51B7549}"/>
          </ac:spMkLst>
        </pc:spChg>
        <pc:spChg chg="add del">
          <ac:chgData name="Orlando Igwe" userId="S::orlando.igwe@mail.bcu.ac.uk::e4f39cd5-a45f-4cf1-b6b2-0d5df9fe5f42" providerId="AD" clId="Web-{7DF297A8-6584-6346-1A66-97906E72C501}" dt="2025-12-14T12:23:55.183" v="1518"/>
          <ac:spMkLst>
            <pc:docMk/>
            <pc:sldMk cId="4036039013" sldId="279"/>
            <ac:spMk id="24" creationId="{2D20F754-35A9-4508-BE3C-C59996D1437B}"/>
          </ac:spMkLst>
        </pc:spChg>
        <pc:graphicFrameChg chg="add">
          <ac:chgData name="Orlando Igwe" userId="S::orlando.igwe@mail.bcu.ac.uk::e4f39cd5-a45f-4cf1-b6b2-0d5df9fe5f42" providerId="AD" clId="Web-{7DF297A8-6584-6346-1A66-97906E72C501}" dt="2025-12-14T12:39:04.815" v="1758"/>
          <ac:graphicFrameMkLst>
            <pc:docMk/>
            <pc:sldMk cId="4036039013" sldId="279"/>
            <ac:graphicFrameMk id="9" creationId="{4F7E5B2F-F9B0-9889-1E14-52A861004D7F}"/>
          </ac:graphicFrameMkLst>
        </pc:graphicFrameChg>
        <pc:picChg chg="add del">
          <ac:chgData name="Orlando Igwe" userId="S::orlando.igwe@mail.bcu.ac.uk::e4f39cd5-a45f-4cf1-b6b2-0d5df9fe5f42" providerId="AD" clId="Web-{7DF297A8-6584-6346-1A66-97906E72C501}" dt="2025-12-14T12:23:55.183" v="1518"/>
          <ac:picMkLst>
            <pc:docMk/>
            <pc:sldMk cId="4036039013" sldId="279"/>
            <ac:picMk id="6" creationId="{76AD766B-4596-6DEA-1FF2-D64A2A20A6E7}"/>
          </ac:picMkLst>
        </pc:picChg>
        <pc:picChg chg="add">
          <ac:chgData name="Orlando Igwe" userId="S::orlando.igwe@mail.bcu.ac.uk::e4f39cd5-a45f-4cf1-b6b2-0d5df9fe5f42" providerId="AD" clId="Web-{7DF297A8-6584-6346-1A66-97906E72C501}" dt="2025-12-14T12:39:04.815" v="1758"/>
          <ac:picMkLst>
            <pc:docMk/>
            <pc:sldMk cId="4036039013" sldId="279"/>
            <ac:picMk id="7" creationId="{8AB10948-4A96-B23A-F9A7-AE93906B0DE9}"/>
          </ac:picMkLst>
        </pc:picChg>
      </pc:sldChg>
    </pc:docChg>
  </pc:docChgLst>
  <pc:docChgLst>
    <pc:chgData name="Alex Rush" userId="S::alex.rush@mail.bcu.ac.uk::3553fc2e-875d-4b8e-9341-9209134c3454" providerId="AD" clId="Web-{7853C375-A10A-8D8D-97E0-6BF8AC9A76FA}"/>
    <pc:docChg chg="addSld modSld">
      <pc:chgData name="Alex Rush" userId="S::alex.rush@mail.bcu.ac.uk::3553fc2e-875d-4b8e-9341-9209134c3454" providerId="AD" clId="Web-{7853C375-A10A-8D8D-97E0-6BF8AC9A76FA}" dt="2025-12-03T14:04:37.381" v="262" actId="20577"/>
      <pc:docMkLst>
        <pc:docMk/>
      </pc:docMkLst>
      <pc:sldChg chg="modSp">
        <pc:chgData name="Alex Rush" userId="S::alex.rush@mail.bcu.ac.uk::3553fc2e-875d-4b8e-9341-9209134c3454" providerId="AD" clId="Web-{7853C375-A10A-8D8D-97E0-6BF8AC9A76FA}" dt="2025-12-03T13:36:57.093" v="3" actId="20577"/>
        <pc:sldMkLst>
          <pc:docMk/>
          <pc:sldMk cId="109857222" sldId="256"/>
        </pc:sldMkLst>
        <pc:spChg chg="mod">
          <ac:chgData name="Alex Rush" userId="S::alex.rush@mail.bcu.ac.uk::3553fc2e-875d-4b8e-9341-9209134c3454" providerId="AD" clId="Web-{7853C375-A10A-8D8D-97E0-6BF8AC9A76FA}" dt="2025-12-03T13:36:54.531" v="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ex Rush" userId="S::alex.rush@mail.bcu.ac.uk::3553fc2e-875d-4b8e-9341-9209134c3454" providerId="AD" clId="Web-{7853C375-A10A-8D8D-97E0-6BF8AC9A76FA}" dt="2025-12-03T13:36:57.093" v="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2:02.971" v="229" actId="20577"/>
        <pc:sldMkLst>
          <pc:docMk/>
          <pc:sldMk cId="1952083396" sldId="257"/>
        </pc:sldMkLst>
        <pc:spChg chg="mod">
          <ac:chgData name="Alex Rush" userId="S::alex.rush@mail.bcu.ac.uk::3553fc2e-875d-4b8e-9341-9209134c3454" providerId="AD" clId="Web-{7853C375-A10A-8D8D-97E0-6BF8AC9A76FA}" dt="2025-12-03T14:02:02.971" v="229" actId="20577"/>
          <ac:spMkLst>
            <pc:docMk/>
            <pc:sldMk cId="1952083396" sldId="257"/>
            <ac:spMk id="2" creationId="{9E7D8B46-F799-C1E4-CCFC-90DAD1130012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1:55.518" v="226" actId="20577"/>
        <pc:sldMkLst>
          <pc:docMk/>
          <pc:sldMk cId="1167881383" sldId="258"/>
        </pc:sldMkLst>
        <pc:spChg chg="mod">
          <ac:chgData name="Alex Rush" userId="S::alex.rush@mail.bcu.ac.uk::3553fc2e-875d-4b8e-9341-9209134c3454" providerId="AD" clId="Web-{7853C375-A10A-8D8D-97E0-6BF8AC9A76FA}" dt="2025-12-03T14:01:55.518" v="226" actId="20577"/>
          <ac:spMkLst>
            <pc:docMk/>
            <pc:sldMk cId="1167881383" sldId="258"/>
            <ac:spMk id="2" creationId="{50940300-7C50-6BE0-CA1C-F78691F581AD}"/>
          </ac:spMkLst>
        </pc:spChg>
        <pc:spChg chg="mod">
          <ac:chgData name="Alex Rush" userId="S::alex.rush@mail.bcu.ac.uk::3553fc2e-875d-4b8e-9341-9209134c3454" providerId="AD" clId="Web-{7853C375-A10A-8D8D-97E0-6BF8AC9A76FA}" dt="2025-12-03T13:51:54.744" v="113" actId="20577"/>
          <ac:spMkLst>
            <pc:docMk/>
            <pc:sldMk cId="1167881383" sldId="258"/>
            <ac:spMk id="3" creationId="{3BAC8462-08F0-22F9-A5AF-57479177F740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1:50.940" v="224" actId="20577"/>
        <pc:sldMkLst>
          <pc:docMk/>
          <pc:sldMk cId="2712578051" sldId="259"/>
        </pc:sldMkLst>
        <pc:spChg chg="mod">
          <ac:chgData name="Alex Rush" userId="S::alex.rush@mail.bcu.ac.uk::3553fc2e-875d-4b8e-9341-9209134c3454" providerId="AD" clId="Web-{7853C375-A10A-8D8D-97E0-6BF8AC9A76FA}" dt="2025-12-03T14:01:50.940" v="224" actId="20577"/>
          <ac:spMkLst>
            <pc:docMk/>
            <pc:sldMk cId="2712578051" sldId="259"/>
            <ac:spMk id="2" creationId="{E0E40F35-3846-7BD9-7835-BD9C88C146A3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3:28.603" v="239" actId="20577"/>
        <pc:sldMkLst>
          <pc:docMk/>
          <pc:sldMk cId="46322003" sldId="260"/>
        </pc:sldMkLst>
        <pc:spChg chg="mod">
          <ac:chgData name="Alex Rush" userId="S::alex.rush@mail.bcu.ac.uk::3553fc2e-875d-4b8e-9341-9209134c3454" providerId="AD" clId="Web-{7853C375-A10A-8D8D-97E0-6BF8AC9A76FA}" dt="2025-12-03T14:03:28.603" v="239" actId="20577"/>
          <ac:spMkLst>
            <pc:docMk/>
            <pc:sldMk cId="46322003" sldId="260"/>
            <ac:spMk id="2" creationId="{7D6C0DD2-9600-4304-6FB5-10E2D35AF871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4:02.266" v="251" actId="20577"/>
        <pc:sldMkLst>
          <pc:docMk/>
          <pc:sldMk cId="3936586886" sldId="261"/>
        </pc:sldMkLst>
        <pc:spChg chg="mod">
          <ac:chgData name="Alex Rush" userId="S::alex.rush@mail.bcu.ac.uk::3553fc2e-875d-4b8e-9341-9209134c3454" providerId="AD" clId="Web-{7853C375-A10A-8D8D-97E0-6BF8AC9A76FA}" dt="2025-12-03T14:04:02.266" v="251" actId="20577"/>
          <ac:spMkLst>
            <pc:docMk/>
            <pc:sldMk cId="3936586886" sldId="261"/>
            <ac:spMk id="2" creationId="{BEF13D59-D9BC-4E53-1140-A129EBF9F2C9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4:23.957" v="253" actId="20577"/>
        <pc:sldMkLst>
          <pc:docMk/>
          <pc:sldMk cId="701896487" sldId="262"/>
        </pc:sldMkLst>
        <pc:spChg chg="mod">
          <ac:chgData name="Alex Rush" userId="S::alex.rush@mail.bcu.ac.uk::3553fc2e-875d-4b8e-9341-9209134c3454" providerId="AD" clId="Web-{7853C375-A10A-8D8D-97E0-6BF8AC9A76FA}" dt="2025-12-03T14:04:23.957" v="253" actId="20577"/>
          <ac:spMkLst>
            <pc:docMk/>
            <pc:sldMk cId="701896487" sldId="262"/>
            <ac:spMk id="2" creationId="{CAD2EF52-0771-FE76-3484-23CF2898B533}"/>
          </ac:spMkLst>
        </pc:spChg>
        <pc:spChg chg="mod">
          <ac:chgData name="Alex Rush" userId="S::alex.rush@mail.bcu.ac.uk::3553fc2e-875d-4b8e-9341-9209134c3454" providerId="AD" clId="Web-{7853C375-A10A-8D8D-97E0-6BF8AC9A76FA}" dt="2025-12-03T13:56:50.217" v="198" actId="20577"/>
          <ac:spMkLst>
            <pc:docMk/>
            <pc:sldMk cId="701896487" sldId="262"/>
            <ac:spMk id="3" creationId="{ED19706B-647F-5E02-B249-797522269F86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4:04:32.646" v="257" actId="20577"/>
        <pc:sldMkLst>
          <pc:docMk/>
          <pc:sldMk cId="533541450" sldId="263"/>
        </pc:sldMkLst>
        <pc:spChg chg="mod">
          <ac:chgData name="Alex Rush" userId="S::alex.rush@mail.bcu.ac.uk::3553fc2e-875d-4b8e-9341-9209134c3454" providerId="AD" clId="Web-{7853C375-A10A-8D8D-97E0-6BF8AC9A76FA}" dt="2025-12-03T14:04:32.646" v="257" actId="20577"/>
          <ac:spMkLst>
            <pc:docMk/>
            <pc:sldMk cId="533541450" sldId="263"/>
            <ac:spMk id="2" creationId="{F6312167-EA17-698C-800B-BA3C83335EBC}"/>
          </ac:spMkLst>
        </pc:spChg>
        <pc:spChg chg="mod">
          <ac:chgData name="Alex Rush" userId="S::alex.rush@mail.bcu.ac.uk::3553fc2e-875d-4b8e-9341-9209134c3454" providerId="AD" clId="Web-{7853C375-A10A-8D8D-97E0-6BF8AC9A76FA}" dt="2025-12-03T13:57:25.858" v="220" actId="20577"/>
          <ac:spMkLst>
            <pc:docMk/>
            <pc:sldMk cId="533541450" sldId="263"/>
            <ac:spMk id="3" creationId="{EEFC80A8-E7F1-38BC-AE32-A66B01082732}"/>
          </ac:spMkLst>
        </pc:spChg>
      </pc:sldChg>
      <pc:sldChg chg="modSp new">
        <pc:chgData name="Alex Rush" userId="S::alex.rush@mail.bcu.ac.uk::3553fc2e-875d-4b8e-9341-9209134c3454" providerId="AD" clId="Web-{7853C375-A10A-8D8D-97E0-6BF8AC9A76FA}" dt="2025-12-03T13:54:06.888" v="152" actId="20577"/>
        <pc:sldMkLst>
          <pc:docMk/>
          <pc:sldMk cId="3145333471" sldId="265"/>
        </pc:sldMkLst>
        <pc:spChg chg="mod">
          <ac:chgData name="Alex Rush" userId="S::alex.rush@mail.bcu.ac.uk::3553fc2e-875d-4b8e-9341-9209134c3454" providerId="AD" clId="Web-{7853C375-A10A-8D8D-97E0-6BF8AC9A76FA}" dt="2025-12-03T13:50:57.769" v="69" actId="20577"/>
          <ac:spMkLst>
            <pc:docMk/>
            <pc:sldMk cId="3145333471" sldId="265"/>
            <ac:spMk id="2" creationId="{0C66A273-0AB6-13FE-54F5-0182FCDB65C9}"/>
          </ac:spMkLst>
        </pc:spChg>
        <pc:spChg chg="mod">
          <ac:chgData name="Alex Rush" userId="S::alex.rush@mail.bcu.ac.uk::3553fc2e-875d-4b8e-9341-9209134c3454" providerId="AD" clId="Web-{7853C375-A10A-8D8D-97E0-6BF8AC9A76FA}" dt="2025-12-03T13:54:06.888" v="152" actId="20577"/>
          <ac:spMkLst>
            <pc:docMk/>
            <pc:sldMk cId="3145333471" sldId="265"/>
            <ac:spMk id="3" creationId="{0427E39D-5936-1A3B-BB5E-C9F0C15B3771}"/>
          </ac:spMkLst>
        </pc:spChg>
      </pc:sldChg>
    </pc:docChg>
  </pc:docChgLst>
  <pc:docChgLst>
    <pc:chgData name="Orlando Igwe" userId="S::orlando.igwe@mail.bcu.ac.uk::e4f39cd5-a45f-4cf1-b6b2-0d5df9fe5f42" providerId="AD" clId="Web-{2D015206-1324-2A22-1106-31CB032916D0}"/>
    <pc:docChg chg="modSld">
      <pc:chgData name="Orlando Igwe" userId="S::orlando.igwe@mail.bcu.ac.uk::e4f39cd5-a45f-4cf1-b6b2-0d5df9fe5f42" providerId="AD" clId="Web-{2D015206-1324-2A22-1106-31CB032916D0}" dt="2025-12-15T09:08:55.715" v="4" actId="1076"/>
      <pc:docMkLst>
        <pc:docMk/>
      </pc:docMkLst>
      <pc:sldChg chg="modSp">
        <pc:chgData name="Orlando Igwe" userId="S::orlando.igwe@mail.bcu.ac.uk::e4f39cd5-a45f-4cf1-b6b2-0d5df9fe5f42" providerId="AD" clId="Web-{2D015206-1324-2A22-1106-31CB032916D0}" dt="2025-12-15T08:49:09.215" v="1" actId="1076"/>
        <pc:sldMkLst>
          <pc:docMk/>
          <pc:sldMk cId="2712578051" sldId="259"/>
        </pc:sldMkLst>
        <pc:graphicFrameChg chg="mod">
          <ac:chgData name="Orlando Igwe" userId="S::orlando.igwe@mail.bcu.ac.uk::e4f39cd5-a45f-4cf1-b6b2-0d5df9fe5f42" providerId="AD" clId="Web-{2D015206-1324-2A22-1106-31CB032916D0}" dt="2025-12-15T08:49:09.215" v="1" actId="1076"/>
          <ac:graphicFrameMkLst>
            <pc:docMk/>
            <pc:sldMk cId="2712578051" sldId="259"/>
            <ac:graphicFrameMk id="5" creationId="{8BE4E697-C6A1-AE94-D584-768C7F002609}"/>
          </ac:graphicFrameMkLst>
        </pc:graphicFrameChg>
      </pc:sldChg>
      <pc:sldChg chg="modSp">
        <pc:chgData name="Orlando Igwe" userId="S::orlando.igwe@mail.bcu.ac.uk::e4f39cd5-a45f-4cf1-b6b2-0d5df9fe5f42" providerId="AD" clId="Web-{2D015206-1324-2A22-1106-31CB032916D0}" dt="2025-12-15T09:08:55.715" v="4" actId="1076"/>
        <pc:sldMkLst>
          <pc:docMk/>
          <pc:sldMk cId="46322003" sldId="260"/>
        </pc:sldMkLst>
        <pc:picChg chg="mod">
          <ac:chgData name="Orlando Igwe" userId="S::orlando.igwe@mail.bcu.ac.uk::e4f39cd5-a45f-4cf1-b6b2-0d5df9fe5f42" providerId="AD" clId="Web-{2D015206-1324-2A22-1106-31CB032916D0}" dt="2025-12-15T09:08:52.512" v="3" actId="1076"/>
          <ac:picMkLst>
            <pc:docMk/>
            <pc:sldMk cId="46322003" sldId="260"/>
            <ac:picMk id="157" creationId="{EDE2AC26-B355-5144-D4B0-02366E069567}"/>
          </ac:picMkLst>
        </pc:picChg>
        <pc:picChg chg="mod">
          <ac:chgData name="Orlando Igwe" userId="S::orlando.igwe@mail.bcu.ac.uk::e4f39cd5-a45f-4cf1-b6b2-0d5df9fe5f42" providerId="AD" clId="Web-{2D015206-1324-2A22-1106-31CB032916D0}" dt="2025-12-15T09:08:55.715" v="4" actId="1076"/>
          <ac:picMkLst>
            <pc:docMk/>
            <pc:sldMk cId="46322003" sldId="260"/>
            <ac:picMk id="158" creationId="{8F11D455-B39B-997C-52E8-41CFEE41F534}"/>
          </ac:picMkLst>
        </pc:picChg>
      </pc:sldChg>
    </pc:docChg>
  </pc:docChgLst>
  <pc:docChgLst>
    <pc:chgData name="Zakaria Miah" userId="S::zakaria.miah@mail.bcu.ac.uk::f43db067-7af0-4e5c-b8e3-a6f1edbc9741" providerId="AD" clId="Web-{40C439F7-2600-9606-35EC-81902956E920}"/>
    <pc:docChg chg="addSld delSld modSld">
      <pc:chgData name="Zakaria Miah" userId="S::zakaria.miah@mail.bcu.ac.uk::f43db067-7af0-4e5c-b8e3-a6f1edbc9741" providerId="AD" clId="Web-{40C439F7-2600-9606-35EC-81902956E920}" dt="2025-12-08T07:51:14.149" v="682"/>
      <pc:docMkLst>
        <pc:docMk/>
      </pc:docMkLst>
      <pc:sldChg chg="addSp delSp modSp mod setBg">
        <pc:chgData name="Zakaria Miah" userId="S::zakaria.miah@mail.bcu.ac.uk::f43db067-7af0-4e5c-b8e3-a6f1edbc9741" providerId="AD" clId="Web-{40C439F7-2600-9606-35EC-81902956E920}" dt="2025-12-08T07:39:54.605" v="606" actId="20577"/>
        <pc:sldMkLst>
          <pc:docMk/>
          <pc:sldMk cId="701896487" sldId="262"/>
        </pc:sldMkLst>
        <pc:spChg chg="mod">
          <ac:chgData name="Zakaria Miah" userId="S::zakaria.miah@mail.bcu.ac.uk::f43db067-7af0-4e5c-b8e3-a6f1edbc9741" providerId="AD" clId="Web-{40C439F7-2600-9606-35EC-81902956E920}" dt="2025-12-08T07:37:37.411" v="589" actId="14100"/>
          <ac:spMkLst>
            <pc:docMk/>
            <pc:sldMk cId="701896487" sldId="262"/>
            <ac:spMk id="2" creationId="{CAD2EF52-0771-FE76-3484-23CF2898B533}"/>
          </ac:spMkLst>
        </pc:spChg>
        <pc:spChg chg="mod">
          <ac:chgData name="Zakaria Miah" userId="S::zakaria.miah@mail.bcu.ac.uk::f43db067-7af0-4e5c-b8e3-a6f1edbc9741" providerId="AD" clId="Web-{40C439F7-2600-9606-35EC-81902956E920}" dt="2025-12-08T07:39:54.605" v="606" actId="20577"/>
          <ac:spMkLst>
            <pc:docMk/>
            <pc:sldMk cId="701896487" sldId="262"/>
            <ac:spMk id="3" creationId="{ED19706B-647F-5E02-B249-797522269F86}"/>
          </ac:spMkLst>
        </pc:spChg>
        <pc:picChg chg="add mod ord">
          <ac:chgData name="Zakaria Miah" userId="S::zakaria.miah@mail.bcu.ac.uk::f43db067-7af0-4e5c-b8e3-a6f1edbc9741" providerId="AD" clId="Web-{40C439F7-2600-9606-35EC-81902956E920}" dt="2025-12-08T07:39:32.323" v="603" actId="1076"/>
          <ac:picMkLst>
            <pc:docMk/>
            <pc:sldMk cId="701896487" sldId="262"/>
            <ac:picMk id="5" creationId="{1E57E6CE-1B98-609B-B11A-7D0A43473E6D}"/>
          </ac:picMkLst>
        </pc:picChg>
      </pc:sldChg>
      <pc:sldChg chg="addSp delSp modSp add replId">
        <pc:chgData name="Zakaria Miah" userId="S::zakaria.miah@mail.bcu.ac.uk::f43db067-7af0-4e5c-b8e3-a6f1edbc9741" providerId="AD" clId="Web-{40C439F7-2600-9606-35EC-81902956E920}" dt="2025-12-08T07:45:10.746" v="617" actId="20577"/>
        <pc:sldMkLst>
          <pc:docMk/>
          <pc:sldMk cId="974429242" sldId="271"/>
        </pc:sldMkLst>
      </pc:sldChg>
      <pc:sldChg chg="addSp delSp modSp add mod replId setBg">
        <pc:chgData name="Zakaria Miah" userId="S::zakaria.miah@mail.bcu.ac.uk::f43db067-7af0-4e5c-b8e3-a6f1edbc9741" providerId="AD" clId="Web-{40C439F7-2600-9606-35EC-81902956E920}" dt="2025-12-08T07:51:14.149" v="682"/>
        <pc:sldMkLst>
          <pc:docMk/>
          <pc:sldMk cId="312603450" sldId="272"/>
        </pc:sldMkLst>
        <pc:spChg chg="mod">
          <ac:chgData name="Zakaria Miah" userId="S::zakaria.miah@mail.bcu.ac.uk::f43db067-7af0-4e5c-b8e3-a6f1edbc9741" providerId="AD" clId="Web-{40C439F7-2600-9606-35EC-81902956E920}" dt="2025-12-08T07:51:14.149" v="682"/>
          <ac:spMkLst>
            <pc:docMk/>
            <pc:sldMk cId="312603450" sldId="272"/>
            <ac:spMk id="2" creationId="{A6673FE3-CF25-C2E4-50FD-E07290E69A8E}"/>
          </ac:spMkLst>
        </pc:spChg>
        <pc:spChg chg="mod">
          <ac:chgData name="Zakaria Miah" userId="S::zakaria.miah@mail.bcu.ac.uk::f43db067-7af0-4e5c-b8e3-a6f1edbc9741" providerId="AD" clId="Web-{40C439F7-2600-9606-35EC-81902956E920}" dt="2025-12-08T07:51:14.149" v="682"/>
          <ac:spMkLst>
            <pc:docMk/>
            <pc:sldMk cId="312603450" sldId="272"/>
            <ac:spMk id="6" creationId="{5630A115-F39E-B6B4-2BD2-1DA01DED4BD8}"/>
          </ac:spMkLst>
        </pc:spChg>
        <pc:spChg chg="add">
          <ac:chgData name="Zakaria Miah" userId="S::zakaria.miah@mail.bcu.ac.uk::f43db067-7af0-4e5c-b8e3-a6f1edbc9741" providerId="AD" clId="Web-{40C439F7-2600-9606-35EC-81902956E920}" dt="2025-12-08T07:51:14.149" v="682"/>
          <ac:spMkLst>
            <pc:docMk/>
            <pc:sldMk cId="312603450" sldId="272"/>
            <ac:spMk id="18" creationId="{2B97F24A-32CE-4C1C-A50D-3016B394DCFB}"/>
          </ac:spMkLst>
        </pc:spChg>
        <pc:spChg chg="add">
          <ac:chgData name="Zakaria Miah" userId="S::zakaria.miah@mail.bcu.ac.uk::f43db067-7af0-4e5c-b8e3-a6f1edbc9741" providerId="AD" clId="Web-{40C439F7-2600-9606-35EC-81902956E920}" dt="2025-12-08T07:51:14.149" v="682"/>
          <ac:spMkLst>
            <pc:docMk/>
            <pc:sldMk cId="312603450" sldId="272"/>
            <ac:spMk id="20" creationId="{6357EC4F-235E-4222-A36F-C7878ACE37F2}"/>
          </ac:spMkLst>
        </pc:spChg>
        <pc:picChg chg="add mod">
          <ac:chgData name="Zakaria Miah" userId="S::zakaria.miah@mail.bcu.ac.uk::f43db067-7af0-4e5c-b8e3-a6f1edbc9741" providerId="AD" clId="Web-{40C439F7-2600-9606-35EC-81902956E920}" dt="2025-12-08T07:51:14.149" v="682"/>
          <ac:picMkLst>
            <pc:docMk/>
            <pc:sldMk cId="312603450" sldId="272"/>
            <ac:picMk id="3" creationId="{C225E367-8374-67BA-1BF1-93953E794EE3}"/>
          </ac:picMkLst>
        </pc:picChg>
      </pc:sldChg>
      <pc:sldChg chg="addSp delSp modSp add replId">
        <pc:chgData name="Zakaria Miah" userId="S::zakaria.miah@mail.bcu.ac.uk::f43db067-7af0-4e5c-b8e3-a6f1edbc9741" providerId="AD" clId="Web-{40C439F7-2600-9606-35EC-81902956E920}" dt="2025-12-08T07:36:30.078" v="580" actId="20577"/>
        <pc:sldMkLst>
          <pc:docMk/>
          <pc:sldMk cId="3637944226" sldId="273"/>
        </pc:sldMkLst>
        <pc:spChg chg="mod">
          <ac:chgData name="Zakaria Miah" userId="S::zakaria.miah@mail.bcu.ac.uk::f43db067-7af0-4e5c-b8e3-a6f1edbc9741" providerId="AD" clId="Web-{40C439F7-2600-9606-35EC-81902956E920}" dt="2025-12-08T07:32:03.864" v="574"/>
          <ac:spMkLst>
            <pc:docMk/>
            <pc:sldMk cId="3637944226" sldId="273"/>
            <ac:spMk id="2" creationId="{6378DE4A-D596-1AC3-350C-3ABBABC08707}"/>
          </ac:spMkLst>
        </pc:spChg>
        <pc:spChg chg="mod">
          <ac:chgData name="Zakaria Miah" userId="S::zakaria.miah@mail.bcu.ac.uk::f43db067-7af0-4e5c-b8e3-a6f1edbc9741" providerId="AD" clId="Web-{40C439F7-2600-9606-35EC-81902956E920}" dt="2025-12-08T07:36:30.078" v="580" actId="20577"/>
          <ac:spMkLst>
            <pc:docMk/>
            <pc:sldMk cId="3637944226" sldId="273"/>
            <ac:spMk id="3" creationId="{7B4583FE-F54C-2565-62FA-BC2ABABF2736}"/>
          </ac:spMkLst>
        </pc:spChg>
        <pc:picChg chg="add mod">
          <ac:chgData name="Zakaria Miah" userId="S::zakaria.miah@mail.bcu.ac.uk::f43db067-7af0-4e5c-b8e3-a6f1edbc9741" providerId="AD" clId="Web-{40C439F7-2600-9606-35EC-81902956E920}" dt="2025-12-08T07:32:03.864" v="574"/>
          <ac:picMkLst>
            <pc:docMk/>
            <pc:sldMk cId="3637944226" sldId="273"/>
            <ac:picMk id="5" creationId="{8DD7738D-7F40-D8A6-610B-22EE5DDEBD3E}"/>
          </ac:picMkLst>
        </pc:picChg>
      </pc:sldChg>
    </pc:docChg>
  </pc:docChgLst>
  <pc:docChgLst>
    <pc:chgData name="Orlando Igwe" userId="S::orlando.igwe@mail.bcu.ac.uk::e4f39cd5-a45f-4cf1-b6b2-0d5df9fe5f42" providerId="AD" clId="Web-{C95B77C3-9ACA-EA73-0CCE-EC69FED23EA0}"/>
    <pc:docChg chg="modSld">
      <pc:chgData name="Orlando Igwe" userId="S::orlando.igwe@mail.bcu.ac.uk::e4f39cd5-a45f-4cf1-b6b2-0d5df9fe5f42" providerId="AD" clId="Web-{C95B77C3-9ACA-EA73-0CCE-EC69FED23EA0}" dt="2025-12-14T12:49:35.142" v="64" actId="14100"/>
      <pc:docMkLst>
        <pc:docMk/>
      </pc:docMkLst>
      <pc:sldChg chg="modSp">
        <pc:chgData name="Orlando Igwe" userId="S::orlando.igwe@mail.bcu.ac.uk::e4f39cd5-a45f-4cf1-b6b2-0d5df9fe5f42" providerId="AD" clId="Web-{C95B77C3-9ACA-EA73-0CCE-EC69FED23EA0}" dt="2025-12-14T12:44:07.960" v="36" actId="1076"/>
        <pc:sldMkLst>
          <pc:docMk/>
          <pc:sldMk cId="46322003" sldId="260"/>
        </pc:sldMkLst>
        <pc:graphicFrameChg chg="mod">
          <ac:chgData name="Orlando Igwe" userId="S::orlando.igwe@mail.bcu.ac.uk::e4f39cd5-a45f-4cf1-b6b2-0d5df9fe5f42" providerId="AD" clId="Web-{C95B77C3-9ACA-EA73-0CCE-EC69FED23EA0}" dt="2025-12-14T12:42:45.614" v="6" actId="14100"/>
          <ac:graphicFrameMkLst>
            <pc:docMk/>
            <pc:sldMk cId="46322003" sldId="260"/>
            <ac:graphicFrameMk id="30" creationId="{F6B6150F-6D6F-2622-B6DE-4DA97F820C06}"/>
          </ac:graphicFrameMkLst>
        </pc:graphicFrameChg>
        <pc:picChg chg="mod">
          <ac:chgData name="Orlando Igwe" userId="S::orlando.igwe@mail.bcu.ac.uk::e4f39cd5-a45f-4cf1-b6b2-0d5df9fe5f42" providerId="AD" clId="Web-{C95B77C3-9ACA-EA73-0CCE-EC69FED23EA0}" dt="2025-12-14T12:44:07.960" v="36" actId="1076"/>
          <ac:picMkLst>
            <pc:docMk/>
            <pc:sldMk cId="46322003" sldId="260"/>
            <ac:picMk id="157" creationId="{EDE2AC26-B355-5144-D4B0-02366E069567}"/>
          </ac:picMkLst>
        </pc:picChg>
        <pc:picChg chg="mod">
          <ac:chgData name="Orlando Igwe" userId="S::orlando.igwe@mail.bcu.ac.uk::e4f39cd5-a45f-4cf1-b6b2-0d5df9fe5f42" providerId="AD" clId="Web-{C95B77C3-9ACA-EA73-0CCE-EC69FED23EA0}" dt="2025-12-14T12:43:23.490" v="16" actId="14100"/>
          <ac:picMkLst>
            <pc:docMk/>
            <pc:sldMk cId="46322003" sldId="260"/>
            <ac:picMk id="158" creationId="{8F11D455-B39B-997C-52E8-41CFEE41F534}"/>
          </ac:picMkLst>
        </pc:picChg>
      </pc:sldChg>
      <pc:sldChg chg="addSp modSp">
        <pc:chgData name="Orlando Igwe" userId="S::orlando.igwe@mail.bcu.ac.uk::e4f39cd5-a45f-4cf1-b6b2-0d5df9fe5f42" providerId="AD" clId="Web-{C95B77C3-9ACA-EA73-0CCE-EC69FED23EA0}" dt="2025-12-14T12:49:35.142" v="64" actId="14100"/>
        <pc:sldMkLst>
          <pc:docMk/>
          <pc:sldMk cId="4036039013" sldId="279"/>
        </pc:sldMkLst>
        <pc:graphicFrameChg chg="mod modGraphic">
          <ac:chgData name="Orlando Igwe" userId="S::orlando.igwe@mail.bcu.ac.uk::e4f39cd5-a45f-4cf1-b6b2-0d5df9fe5f42" providerId="AD" clId="Web-{C95B77C3-9ACA-EA73-0CCE-EC69FED23EA0}" dt="2025-12-14T12:44:41.789" v="38"/>
          <ac:graphicFrameMkLst>
            <pc:docMk/>
            <pc:sldMk cId="4036039013" sldId="279"/>
            <ac:graphicFrameMk id="9" creationId="{4F7E5B2F-F9B0-9889-1E14-52A861004D7F}"/>
          </ac:graphicFrameMkLst>
        </pc:graphicFrameChg>
        <pc:picChg chg="mod">
          <ac:chgData name="Orlando Igwe" userId="S::orlando.igwe@mail.bcu.ac.uk::e4f39cd5-a45f-4cf1-b6b2-0d5df9fe5f42" providerId="AD" clId="Web-{C95B77C3-9ACA-EA73-0CCE-EC69FED23EA0}" dt="2025-12-14T12:48:20.137" v="54" actId="1076"/>
          <ac:picMkLst>
            <pc:docMk/>
            <pc:sldMk cId="4036039013" sldId="279"/>
            <ac:picMk id="7" creationId="{8AB10948-4A96-B23A-F9A7-AE93906B0DE9}"/>
          </ac:picMkLst>
        </pc:picChg>
        <pc:picChg chg="add mod">
          <ac:chgData name="Orlando Igwe" userId="S::orlando.igwe@mail.bcu.ac.uk::e4f39cd5-a45f-4cf1-b6b2-0d5df9fe5f42" providerId="AD" clId="Web-{C95B77C3-9ACA-EA73-0CCE-EC69FED23EA0}" dt="2025-12-14T12:48:55.263" v="59" actId="14100"/>
          <ac:picMkLst>
            <pc:docMk/>
            <pc:sldMk cId="4036039013" sldId="279"/>
            <ac:picMk id="34" creationId="{8205501B-CBAE-C9C4-CC11-1B1C146BE71B}"/>
          </ac:picMkLst>
        </pc:picChg>
        <pc:picChg chg="add mod">
          <ac:chgData name="Orlando Igwe" userId="S::orlando.igwe@mail.bcu.ac.uk::e4f39cd5-a45f-4cf1-b6b2-0d5df9fe5f42" providerId="AD" clId="Web-{C95B77C3-9ACA-EA73-0CCE-EC69FED23EA0}" dt="2025-12-14T12:49:35.142" v="64" actId="14100"/>
          <ac:picMkLst>
            <pc:docMk/>
            <pc:sldMk cId="4036039013" sldId="279"/>
            <ac:picMk id="42" creationId="{0FFFEF71-B027-EF75-3BC1-BD198965CA24}"/>
          </ac:picMkLst>
        </pc:picChg>
        <pc:picChg chg="add mod">
          <ac:chgData name="Orlando Igwe" userId="S::orlando.igwe@mail.bcu.ac.uk::e4f39cd5-a45f-4cf1-b6b2-0d5df9fe5f42" providerId="AD" clId="Web-{C95B77C3-9ACA-EA73-0CCE-EC69FED23EA0}" dt="2025-12-14T12:48:10.075" v="51" actId="1076"/>
          <ac:picMkLst>
            <pc:docMk/>
            <pc:sldMk cId="4036039013" sldId="279"/>
            <ac:picMk id="64" creationId="{9A1C0878-B67E-0ADC-C0E3-307458132077}"/>
          </ac:picMkLst>
        </pc:picChg>
        <pc:picChg chg="add mod">
          <ac:chgData name="Orlando Igwe" userId="S::orlando.igwe@mail.bcu.ac.uk::e4f39cd5-a45f-4cf1-b6b2-0d5df9fe5f42" providerId="AD" clId="Web-{C95B77C3-9ACA-EA73-0CCE-EC69FED23EA0}" dt="2025-12-14T12:49:12.140" v="62" actId="14100"/>
          <ac:picMkLst>
            <pc:docMk/>
            <pc:sldMk cId="4036039013" sldId="279"/>
            <ac:picMk id="65" creationId="{B90ABA9B-0D65-B375-1823-099C5851D5E9}"/>
          </ac:picMkLst>
        </pc:picChg>
      </pc:sldChg>
    </pc:docChg>
  </pc:docChgLst>
  <pc:docChgLst>
    <pc:chgData name="Alex Rush" userId="S::alex.rush@mail.bcu.ac.uk::3553fc2e-875d-4b8e-9341-9209134c3454" providerId="AD" clId="Web-{56DEB296-4D7B-51EF-D739-F7458E91A358}"/>
    <pc:docChg chg="addSld delSld modSld">
      <pc:chgData name="Alex Rush" userId="S::alex.rush@mail.bcu.ac.uk::3553fc2e-875d-4b8e-9341-9209134c3454" providerId="AD" clId="Web-{56DEB296-4D7B-51EF-D739-F7458E91A358}" dt="2025-12-05T13:14:48.880" v="516"/>
      <pc:docMkLst>
        <pc:docMk/>
      </pc:docMkLst>
      <pc:sldChg chg="addSp delSp modSp mod setBg">
        <pc:chgData name="Alex Rush" userId="S::alex.rush@mail.bcu.ac.uk::3553fc2e-875d-4b8e-9341-9209134c3454" providerId="AD" clId="Web-{56DEB296-4D7B-51EF-D739-F7458E91A358}" dt="2025-12-05T12:09:56.777" v="251" actId="20577"/>
        <pc:sldMkLst>
          <pc:docMk/>
          <pc:sldMk cId="109857222" sldId="256"/>
        </pc:sldMkLst>
        <pc:spChg chg="mod">
          <ac:chgData name="Alex Rush" userId="S::alex.rush@mail.bcu.ac.uk::3553fc2e-875d-4b8e-9341-9209134c3454" providerId="AD" clId="Web-{56DEB296-4D7B-51EF-D739-F7458E91A358}" dt="2025-12-05T12:09:56.777" v="25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ex Rush" userId="S::alex.rush@mail.bcu.ac.uk::3553fc2e-875d-4b8e-9341-9209134c3454" providerId="AD" clId="Web-{56DEB296-4D7B-51EF-D739-F7458E91A358}" dt="2025-12-05T12:09:26.714" v="248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lex Rush" userId="S::alex.rush@mail.bcu.ac.uk::3553fc2e-875d-4b8e-9341-9209134c3454" providerId="AD" clId="Web-{56DEB296-4D7B-51EF-D739-F7458E91A358}" dt="2025-12-05T12:09:12.838" v="246"/>
          <ac:spMkLst>
            <pc:docMk/>
            <pc:sldMk cId="109857222" sldId="256"/>
            <ac:spMk id="50" creationId="{E0AE394F-AFF1-4485-AF1F-7387A2F041AA}"/>
          </ac:spMkLst>
        </pc:spChg>
        <pc:spChg chg="add">
          <ac:chgData name="Alex Rush" userId="S::alex.rush@mail.bcu.ac.uk::3553fc2e-875d-4b8e-9341-9209134c3454" providerId="AD" clId="Web-{56DEB296-4D7B-51EF-D739-F7458E91A358}" dt="2025-12-05T12:09:12.838" v="246"/>
          <ac:spMkLst>
            <pc:docMk/>
            <pc:sldMk cId="109857222" sldId="256"/>
            <ac:spMk id="52" creationId="{5683D043-25BB-4AC9-8130-641179672614}"/>
          </ac:spMkLst>
        </pc:spChg>
        <pc:spChg chg="add">
          <ac:chgData name="Alex Rush" userId="S::alex.rush@mail.bcu.ac.uk::3553fc2e-875d-4b8e-9341-9209134c3454" providerId="AD" clId="Web-{56DEB296-4D7B-51EF-D739-F7458E91A358}" dt="2025-12-05T12:09:12.838" v="246"/>
          <ac:spMkLst>
            <pc:docMk/>
            <pc:sldMk cId="109857222" sldId="256"/>
            <ac:spMk id="53" creationId="{AA61CCAC-6875-474C-8E9E-F57ABF078C2B}"/>
          </ac:spMkLst>
        </pc:spChg>
        <pc:picChg chg="add">
          <ac:chgData name="Alex Rush" userId="S::alex.rush@mail.bcu.ac.uk::3553fc2e-875d-4b8e-9341-9209134c3454" providerId="AD" clId="Web-{56DEB296-4D7B-51EF-D739-F7458E91A358}" dt="2025-12-05T12:09:12.838" v="246"/>
          <ac:picMkLst>
            <pc:docMk/>
            <pc:sldMk cId="109857222" sldId="256"/>
            <ac:picMk id="51" creationId="{C2DB59D2-70BB-9C40-83DD-7B8270F2714B}"/>
          </ac:picMkLst>
        </pc:picChg>
      </pc:sldChg>
      <pc:sldChg chg="addSp delSp modSp mod setBg">
        <pc:chgData name="Alex Rush" userId="S::alex.rush@mail.bcu.ac.uk::3553fc2e-875d-4b8e-9341-9209134c3454" providerId="AD" clId="Web-{56DEB296-4D7B-51EF-D739-F7458E91A358}" dt="2025-12-05T12:10:28.435" v="254"/>
        <pc:sldMkLst>
          <pc:docMk/>
          <pc:sldMk cId="1952083396" sldId="257"/>
        </pc:sldMkLst>
        <pc:spChg chg="mod">
          <ac:chgData name="Alex Rush" userId="S::alex.rush@mail.bcu.ac.uk::3553fc2e-875d-4b8e-9341-9209134c3454" providerId="AD" clId="Web-{56DEB296-4D7B-51EF-D739-F7458E91A358}" dt="2025-12-05T12:10:28.435" v="254"/>
          <ac:spMkLst>
            <pc:docMk/>
            <pc:sldMk cId="1952083396" sldId="257"/>
            <ac:spMk id="2" creationId="{9E7D8B46-F799-C1E4-CCFC-90DAD1130012}"/>
          </ac:spMkLst>
        </pc:spChg>
        <pc:spChg chg="add">
          <ac:chgData name="Alex Rush" userId="S::alex.rush@mail.bcu.ac.uk::3553fc2e-875d-4b8e-9341-9209134c3454" providerId="AD" clId="Web-{56DEB296-4D7B-51EF-D739-F7458E91A358}" dt="2025-12-05T12:10:28.435" v="254"/>
          <ac:spMkLst>
            <pc:docMk/>
            <pc:sldMk cId="1952083396" sldId="257"/>
            <ac:spMk id="15" creationId="{E51BA4DF-2BD4-4EC2-B1DB-B27C8AC71864}"/>
          </ac:spMkLst>
        </pc:spChg>
        <pc:graphicFrameChg chg="add mod modGraphic">
          <ac:chgData name="Alex Rush" userId="S::alex.rush@mail.bcu.ac.uk::3553fc2e-875d-4b8e-9341-9209134c3454" providerId="AD" clId="Web-{56DEB296-4D7B-51EF-D739-F7458E91A358}" dt="2025-12-05T12:10:28.435" v="254"/>
          <ac:graphicFrameMkLst>
            <pc:docMk/>
            <pc:sldMk cId="1952083396" sldId="257"/>
            <ac:graphicFrameMk id="5" creationId="{5CDE37E3-730C-C9CF-3FAE-64CC33B3316C}"/>
          </ac:graphicFrameMkLst>
        </pc:graphicFrameChg>
        <pc:picChg chg="add mod">
          <ac:chgData name="Alex Rush" userId="S::alex.rush@mail.bcu.ac.uk::3553fc2e-875d-4b8e-9341-9209134c3454" providerId="AD" clId="Web-{56DEB296-4D7B-51EF-D739-F7458E91A358}" dt="2025-12-05T12:10:28.435" v="254"/>
          <ac:picMkLst>
            <pc:docMk/>
            <pc:sldMk cId="1952083396" sldId="257"/>
            <ac:picMk id="6" creationId="{EE1BF1AE-F7B4-3B97-85AF-FAAFCCD333BF}"/>
          </ac:picMkLst>
        </pc:picChg>
      </pc:sldChg>
      <pc:sldChg chg="addSp delSp modSp mod setBg">
        <pc:chgData name="Alex Rush" userId="S::alex.rush@mail.bcu.ac.uk::3553fc2e-875d-4b8e-9341-9209134c3454" providerId="AD" clId="Web-{56DEB296-4D7B-51EF-D739-F7458E91A358}" dt="2025-12-05T12:11:14.374" v="259" actId="20577"/>
        <pc:sldMkLst>
          <pc:docMk/>
          <pc:sldMk cId="1167881383" sldId="258"/>
        </pc:sldMkLst>
        <pc:spChg chg="mod">
          <ac:chgData name="Alex Rush" userId="S::alex.rush@mail.bcu.ac.uk::3553fc2e-875d-4b8e-9341-9209134c3454" providerId="AD" clId="Web-{56DEB296-4D7B-51EF-D739-F7458E91A358}" dt="2025-12-05T12:11:14.374" v="259" actId="20577"/>
          <ac:spMkLst>
            <pc:docMk/>
            <pc:sldMk cId="1167881383" sldId="258"/>
            <ac:spMk id="2" creationId="{50940300-7C50-6BE0-CA1C-F78691F581AD}"/>
          </ac:spMkLst>
        </pc:spChg>
        <pc:spChg chg="add del mod">
          <ac:chgData name="Alex Rush" userId="S::alex.rush@mail.bcu.ac.uk::3553fc2e-875d-4b8e-9341-9209134c3454" providerId="AD" clId="Web-{56DEB296-4D7B-51EF-D739-F7458E91A358}" dt="2025-12-05T12:11:06.202" v="258"/>
          <ac:spMkLst>
            <pc:docMk/>
            <pc:sldMk cId="1167881383" sldId="258"/>
            <ac:spMk id="3" creationId="{3BAC8462-08F0-22F9-A5AF-57479177F740}"/>
          </ac:spMkLst>
        </pc:spChg>
        <pc:spChg chg="add">
          <ac:chgData name="Alex Rush" userId="S::alex.rush@mail.bcu.ac.uk::3553fc2e-875d-4b8e-9341-9209134c3454" providerId="AD" clId="Web-{56DEB296-4D7B-51EF-D739-F7458E91A358}" dt="2025-12-05T12:11:06.202" v="258"/>
          <ac:spMkLst>
            <pc:docMk/>
            <pc:sldMk cId="1167881383" sldId="258"/>
            <ac:spMk id="7" creationId="{B10BB131-AC8E-4A8E-A5D1-36260F720C3B}"/>
          </ac:spMkLst>
        </pc:spChg>
        <pc:spChg chg="add">
          <ac:chgData name="Alex Rush" userId="S::alex.rush@mail.bcu.ac.uk::3553fc2e-875d-4b8e-9341-9209134c3454" providerId="AD" clId="Web-{56DEB296-4D7B-51EF-D739-F7458E91A358}" dt="2025-12-05T12:11:06.202" v="258"/>
          <ac:spMkLst>
            <pc:docMk/>
            <pc:sldMk cId="1167881383" sldId="258"/>
            <ac:spMk id="8" creationId="{C2554CA6-288E-4202-BC52-2E5A8F0C0AED}"/>
          </ac:spMkLst>
        </pc:spChg>
        <pc:spChg chg="add">
          <ac:chgData name="Alex Rush" userId="S::alex.rush@mail.bcu.ac.uk::3553fc2e-875d-4b8e-9341-9209134c3454" providerId="AD" clId="Web-{56DEB296-4D7B-51EF-D739-F7458E91A358}" dt="2025-12-05T12:11:06.202" v="258"/>
          <ac:spMkLst>
            <pc:docMk/>
            <pc:sldMk cId="1167881383" sldId="258"/>
            <ac:spMk id="12" creationId="{5B7778FC-632E-4DCA-A7CB-0D7731CCF970}"/>
          </ac:spMkLst>
        </pc:spChg>
        <pc:spChg chg="add">
          <ac:chgData name="Alex Rush" userId="S::alex.rush@mail.bcu.ac.uk::3553fc2e-875d-4b8e-9341-9209134c3454" providerId="AD" clId="Web-{56DEB296-4D7B-51EF-D739-F7458E91A358}" dt="2025-12-05T12:11:06.202" v="258"/>
          <ac:spMkLst>
            <pc:docMk/>
            <pc:sldMk cId="1167881383" sldId="258"/>
            <ac:spMk id="14" creationId="{FA23A907-97FB-4A8F-880A-DD77401C4296}"/>
          </ac:spMkLst>
        </pc:spChg>
      </pc:sldChg>
      <pc:sldChg chg="addSp delSp modSp mod setBg">
        <pc:chgData name="Alex Rush" userId="S::alex.rush@mail.bcu.ac.uk::3553fc2e-875d-4b8e-9341-9209134c3454" providerId="AD" clId="Web-{56DEB296-4D7B-51EF-D739-F7458E91A358}" dt="2025-12-05T13:02:24.299" v="452"/>
        <pc:sldMkLst>
          <pc:docMk/>
          <pc:sldMk cId="533541450" sldId="263"/>
        </pc:sldMkLst>
        <pc:spChg chg="mod">
          <ac:chgData name="Alex Rush" userId="S::alex.rush@mail.bcu.ac.uk::3553fc2e-875d-4b8e-9341-9209134c3454" providerId="AD" clId="Web-{56DEB296-4D7B-51EF-D739-F7458E91A358}" dt="2025-12-05T13:02:24.299" v="452"/>
          <ac:spMkLst>
            <pc:docMk/>
            <pc:sldMk cId="533541450" sldId="263"/>
            <ac:spMk id="2" creationId="{F6312167-EA17-698C-800B-BA3C83335EBC}"/>
          </ac:spMkLst>
        </pc:spChg>
        <pc:spChg chg="mod">
          <ac:chgData name="Alex Rush" userId="S::alex.rush@mail.bcu.ac.uk::3553fc2e-875d-4b8e-9341-9209134c3454" providerId="AD" clId="Web-{56DEB296-4D7B-51EF-D739-F7458E91A358}" dt="2025-12-05T13:02:24.299" v="452"/>
          <ac:spMkLst>
            <pc:docMk/>
            <pc:sldMk cId="533541450" sldId="263"/>
            <ac:spMk id="3" creationId="{EEFC80A8-E7F1-38BC-AE32-A66B01082732}"/>
          </ac:spMkLst>
        </pc:spChg>
        <pc:picChg chg="add mod">
          <ac:chgData name="Alex Rush" userId="S::alex.rush@mail.bcu.ac.uk::3553fc2e-875d-4b8e-9341-9209134c3454" providerId="AD" clId="Web-{56DEB296-4D7B-51EF-D739-F7458E91A358}" dt="2025-12-05T13:02:24.299" v="452"/>
          <ac:picMkLst>
            <pc:docMk/>
            <pc:sldMk cId="533541450" sldId="263"/>
            <ac:picMk id="4" creationId="{2595B3BF-6DBB-D77C-E4DB-CC466DA6B0DA}"/>
          </ac:picMkLst>
        </pc:picChg>
      </pc:sldChg>
      <pc:sldChg chg="addSp modSp new mod setBg">
        <pc:chgData name="Alex Rush" userId="S::alex.rush@mail.bcu.ac.uk::3553fc2e-875d-4b8e-9341-9209134c3454" providerId="AD" clId="Web-{56DEB296-4D7B-51EF-D739-F7458E91A358}" dt="2025-12-05T13:12:38.239" v="511" actId="20577"/>
        <pc:sldMkLst>
          <pc:docMk/>
          <pc:sldMk cId="3473469861" sldId="266"/>
        </pc:sldMkLst>
        <pc:spChg chg="mod">
          <ac:chgData name="Alex Rush" userId="S::alex.rush@mail.bcu.ac.uk::3553fc2e-875d-4b8e-9341-9209134c3454" providerId="AD" clId="Web-{56DEB296-4D7B-51EF-D739-F7458E91A358}" dt="2025-12-05T13:12:38.239" v="511" actId="20577"/>
          <ac:spMkLst>
            <pc:docMk/>
            <pc:sldMk cId="3473469861" sldId="266"/>
            <ac:spMk id="2" creationId="{D22B40E1-33D9-9461-CDAD-DCCC47D3BB85}"/>
          </ac:spMkLst>
        </pc:spChg>
        <pc:spChg chg="mo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3" creationId="{E4D25A60-4675-8E5E-B2DF-60C804033EAB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8" creationId="{E92FEB64-6EEA-4759-B4A4-BD2C1E660BA8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10" creationId="{B10BB131-AC8E-4A8E-A5D1-36260F720C3B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12" creationId="{14847E93-7DC1-4D4B-8829-B19AA7137C50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14" creationId="{5566D6E1-03A1-4D73-A4E0-35D74D568A04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16" creationId="{9F835A99-04AC-494A-A572-AFE8413CC938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18" creationId="{7B786209-1B0B-4CA9-9BDD-F7327066A84D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20" creationId="{2D2964BB-484D-45AE-AD66-D407D0629652}"/>
          </ac:spMkLst>
        </pc:spChg>
        <pc:spChg chg="add">
          <ac:chgData name="Alex Rush" userId="S::alex.rush@mail.bcu.ac.uk::3553fc2e-875d-4b8e-9341-9209134c3454" providerId="AD" clId="Web-{56DEB296-4D7B-51EF-D739-F7458E91A358}" dt="2025-12-05T13:02:15.096" v="451"/>
          <ac:spMkLst>
            <pc:docMk/>
            <pc:sldMk cId="3473469861" sldId="266"/>
            <ac:spMk id="22" creationId="{6691AC69-A76E-4DAB-B565-468B6B87ACF3}"/>
          </ac:spMkLst>
        </pc:spChg>
      </pc:sldChg>
      <pc:sldChg chg="addSp delSp modSp new mod setBg">
        <pc:chgData name="Alex Rush" userId="S::alex.rush@mail.bcu.ac.uk::3553fc2e-875d-4b8e-9341-9209134c3454" providerId="AD" clId="Web-{56DEB296-4D7B-51EF-D739-F7458E91A358}" dt="2025-12-05T13:14:16.677" v="515" actId="20577"/>
        <pc:sldMkLst>
          <pc:docMk/>
          <pc:sldMk cId="1517276558" sldId="267"/>
        </pc:sldMkLst>
        <pc:spChg chg="mod">
          <ac:chgData name="Alex Rush" userId="S::alex.rush@mail.bcu.ac.uk::3553fc2e-875d-4b8e-9341-9209134c3454" providerId="AD" clId="Web-{56DEB296-4D7B-51EF-D739-F7458E91A358}" dt="2025-12-05T13:14:16.677" v="515" actId="20577"/>
          <ac:spMkLst>
            <pc:docMk/>
            <pc:sldMk cId="1517276558" sldId="267"/>
            <ac:spMk id="2" creationId="{34A73DF0-0B0E-C22F-D530-20C74940C117}"/>
          </ac:spMkLst>
        </pc:spChg>
        <pc:spChg chg="add">
          <ac:chgData name="Alex Rush" userId="S::alex.rush@mail.bcu.ac.uk::3553fc2e-875d-4b8e-9341-9209134c3454" providerId="AD" clId="Web-{56DEB296-4D7B-51EF-D739-F7458E91A358}" dt="2025-12-05T13:11:14.208" v="508"/>
          <ac:spMkLst>
            <pc:docMk/>
            <pc:sldMk cId="1517276558" sldId="267"/>
            <ac:spMk id="9" creationId="{BACC6370-2D7E-4714-9D71-7542949D7D5D}"/>
          </ac:spMkLst>
        </pc:spChg>
        <pc:spChg chg="add">
          <ac:chgData name="Alex Rush" userId="S::alex.rush@mail.bcu.ac.uk::3553fc2e-875d-4b8e-9341-9209134c3454" providerId="AD" clId="Web-{56DEB296-4D7B-51EF-D739-F7458E91A358}" dt="2025-12-05T13:11:14.208" v="508"/>
          <ac:spMkLst>
            <pc:docMk/>
            <pc:sldMk cId="1517276558" sldId="267"/>
            <ac:spMk id="11" creationId="{F68B3F68-107C-434F-AA38-110D5EA91B85}"/>
          </ac:spMkLst>
        </pc:spChg>
        <pc:spChg chg="add">
          <ac:chgData name="Alex Rush" userId="S::alex.rush@mail.bcu.ac.uk::3553fc2e-875d-4b8e-9341-9209134c3454" providerId="AD" clId="Web-{56DEB296-4D7B-51EF-D739-F7458E91A358}" dt="2025-12-05T13:11:14.208" v="508"/>
          <ac:spMkLst>
            <pc:docMk/>
            <pc:sldMk cId="1517276558" sldId="267"/>
            <ac:spMk id="13" creationId="{AAD0DBB9-1A4B-4391-81D4-CB19F9AB918A}"/>
          </ac:spMkLst>
        </pc:spChg>
        <pc:spChg chg="add">
          <ac:chgData name="Alex Rush" userId="S::alex.rush@mail.bcu.ac.uk::3553fc2e-875d-4b8e-9341-9209134c3454" providerId="AD" clId="Web-{56DEB296-4D7B-51EF-D739-F7458E91A358}" dt="2025-12-05T13:11:14.208" v="508"/>
          <ac:spMkLst>
            <pc:docMk/>
            <pc:sldMk cId="1517276558" sldId="267"/>
            <ac:spMk id="15" creationId="{063BBA22-50EA-4C4D-BE05-F1CE4E63AA56}"/>
          </ac:spMkLst>
        </pc:spChg>
        <pc:graphicFrameChg chg="add">
          <ac:chgData name="Alex Rush" userId="S::alex.rush@mail.bcu.ac.uk::3553fc2e-875d-4b8e-9341-9209134c3454" providerId="AD" clId="Web-{56DEB296-4D7B-51EF-D739-F7458E91A358}" dt="2025-12-05T13:11:14.208" v="508"/>
          <ac:graphicFrameMkLst>
            <pc:docMk/>
            <pc:sldMk cId="1517276558" sldId="267"/>
            <ac:graphicFrameMk id="5" creationId="{20D31B2C-341B-3E28-4337-964CE08181B9}"/>
          </ac:graphicFrameMkLst>
        </pc:graphicFrameChg>
      </pc:sldChg>
      <pc:sldChg chg="addSp delSp modSp new mod setBg">
        <pc:chgData name="Alex Rush" userId="S::alex.rush@mail.bcu.ac.uk::3553fc2e-875d-4b8e-9341-9209134c3454" providerId="AD" clId="Web-{56DEB296-4D7B-51EF-D739-F7458E91A358}" dt="2025-12-05T13:09:00.328" v="505"/>
        <pc:sldMkLst>
          <pc:docMk/>
          <pc:sldMk cId="1012425181" sldId="268"/>
        </pc:sldMkLst>
        <pc:picChg chg="add mod">
          <ac:chgData name="Alex Rush" userId="S::alex.rush@mail.bcu.ac.uk::3553fc2e-875d-4b8e-9341-9209134c3454" providerId="AD" clId="Web-{56DEB296-4D7B-51EF-D739-F7458E91A358}" dt="2025-12-05T13:09:00.328" v="505"/>
          <ac:picMkLst>
            <pc:docMk/>
            <pc:sldMk cId="1012425181" sldId="268"/>
            <ac:picMk id="4" creationId="{D59BDF54-793D-C369-4EE7-1D1D52F7B5D9}"/>
          </ac:picMkLst>
        </pc:picChg>
      </pc:sldChg>
    </pc:docChg>
  </pc:docChgLst>
  <pc:docChgLst>
    <pc:chgData name="Orlando Igwe" userId="S::orlando.igwe@mail.bcu.ac.uk::e4f39cd5-a45f-4cf1-b6b2-0d5df9fe5f42" providerId="AD" clId="Web-{941D9BDF-637E-A87D-7C27-19EA4202B42A}"/>
    <pc:docChg chg="modSld">
      <pc:chgData name="Orlando Igwe" userId="S::orlando.igwe@mail.bcu.ac.uk::e4f39cd5-a45f-4cf1-b6b2-0d5df9fe5f42" providerId="AD" clId="Web-{941D9BDF-637E-A87D-7C27-19EA4202B42A}" dt="2025-12-12T15:20:25.242" v="779" actId="20577"/>
      <pc:docMkLst>
        <pc:docMk/>
      </pc:docMkLst>
      <pc:sldChg chg="modSp">
        <pc:chgData name="Orlando Igwe" userId="S::orlando.igwe@mail.bcu.ac.uk::e4f39cd5-a45f-4cf1-b6b2-0d5df9fe5f42" providerId="AD" clId="Web-{941D9BDF-637E-A87D-7C27-19EA4202B42A}" dt="2025-12-12T14:05:22.298" v="25" actId="1076"/>
        <pc:sldMkLst>
          <pc:docMk/>
          <pc:sldMk cId="1952083396" sldId="257"/>
        </pc:sldMkLst>
        <pc:graphicFrameChg chg="mod">
          <ac:chgData name="Orlando Igwe" userId="S::orlando.igwe@mail.bcu.ac.uk::e4f39cd5-a45f-4cf1-b6b2-0d5df9fe5f42" providerId="AD" clId="Web-{941D9BDF-637E-A87D-7C27-19EA4202B42A}" dt="2025-12-12T14:05:22.298" v="25" actId="1076"/>
          <ac:graphicFrameMkLst>
            <pc:docMk/>
            <pc:sldMk cId="1952083396" sldId="257"/>
            <ac:graphicFrameMk id="5" creationId="{5CDE37E3-730C-C9CF-3FAE-64CC33B3316C}"/>
          </ac:graphicFrameMkLst>
        </pc:graphicFrameChg>
      </pc:sldChg>
      <pc:sldChg chg="addSp delSp modSp mod setBg">
        <pc:chgData name="Orlando Igwe" userId="S::orlando.igwe@mail.bcu.ac.uk::e4f39cd5-a45f-4cf1-b6b2-0d5df9fe5f42" providerId="AD" clId="Web-{941D9BDF-637E-A87D-7C27-19EA4202B42A}" dt="2025-12-12T15:15:50.783" v="769" actId="20577"/>
        <pc:sldMkLst>
          <pc:docMk/>
          <pc:sldMk cId="2712578051" sldId="259"/>
        </pc:sldMkLst>
        <pc:spChg chg="mo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2" creationId="{E0E40F35-3846-7BD9-7835-BD9C88C146A3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9" creationId="{BACC6370-2D7E-4714-9D71-7542949D7D5D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11" creationId="{256B2C21-A230-48C0-8DF1-C46611373C44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13" creationId="{3847E18C-932D-4C95-AABA-FEC7C9499AD7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15" creationId="{3150CB11-0C61-439E-910F-5787759E72A0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17" creationId="{43F8A58B-5155-44CE-A5FF-7647B47D0A7A}"/>
          </ac:spMkLst>
        </pc:spChg>
        <pc:spChg chg="add">
          <ac:chgData name="Orlando Igwe" userId="S::orlando.igwe@mail.bcu.ac.uk::e4f39cd5-a45f-4cf1-b6b2-0d5df9fe5f42" providerId="AD" clId="Web-{941D9BDF-637E-A87D-7C27-19EA4202B42A}" dt="2025-12-12T15:05:58.456" v="666"/>
          <ac:spMkLst>
            <pc:docMk/>
            <pc:sldMk cId="2712578051" sldId="259"/>
            <ac:spMk id="19" creationId="{443F2ACA-E6D6-4028-82DD-F03C262D5DE6}"/>
          </ac:spMkLst>
        </pc:spChg>
        <pc:graphicFrameChg chg="add mod modGraphic">
          <ac:chgData name="Orlando Igwe" userId="S::orlando.igwe@mail.bcu.ac.uk::e4f39cd5-a45f-4cf1-b6b2-0d5df9fe5f42" providerId="AD" clId="Web-{941D9BDF-637E-A87D-7C27-19EA4202B42A}" dt="2025-12-12T15:15:50.783" v="769" actId="20577"/>
          <ac:graphicFrameMkLst>
            <pc:docMk/>
            <pc:sldMk cId="2712578051" sldId="259"/>
            <ac:graphicFrameMk id="5" creationId="{8BE4E697-C6A1-AE94-D584-768C7F002609}"/>
          </ac:graphicFrameMkLst>
        </pc:graphicFrameChg>
      </pc:sldChg>
      <pc:sldChg chg="modSp">
        <pc:chgData name="Orlando Igwe" userId="S::orlando.igwe@mail.bcu.ac.uk::e4f39cd5-a45f-4cf1-b6b2-0d5df9fe5f42" providerId="AD" clId="Web-{941D9BDF-637E-A87D-7C27-19EA4202B42A}" dt="2025-12-12T15:20:25.242" v="779" actId="20577"/>
        <pc:sldMkLst>
          <pc:docMk/>
          <pc:sldMk cId="46322003" sldId="260"/>
        </pc:sldMkLst>
      </pc:sldChg>
    </pc:docChg>
  </pc:docChgLst>
  <pc:docChgLst>
    <pc:chgData name="Alex Rush" userId="S::alex.rush@mail.bcu.ac.uk::3553fc2e-875d-4b8e-9341-9209134c3454" providerId="AD" clId="Web-{09446B3D-63AB-6611-1BD7-EA2E703DBC90}"/>
    <pc:docChg chg="addSld modSld">
      <pc:chgData name="Alex Rush" userId="S::alex.rush@mail.bcu.ac.uk::3553fc2e-875d-4b8e-9341-9209134c3454" providerId="AD" clId="Web-{09446B3D-63AB-6611-1BD7-EA2E703DBC90}" dt="2025-12-12T11:43:24.587" v="463"/>
      <pc:docMkLst>
        <pc:docMk/>
      </pc:docMkLst>
      <pc:sldChg chg="modSp">
        <pc:chgData name="Alex Rush" userId="S::alex.rush@mail.bcu.ac.uk::3553fc2e-875d-4b8e-9341-9209134c3454" providerId="AD" clId="Web-{09446B3D-63AB-6611-1BD7-EA2E703DBC90}" dt="2025-12-12T11:23:09.914" v="7" actId="20577"/>
        <pc:sldMkLst>
          <pc:docMk/>
          <pc:sldMk cId="109857222" sldId="256"/>
        </pc:sldMkLst>
        <pc:spChg chg="mod">
          <ac:chgData name="Alex Rush" userId="S::alex.rush@mail.bcu.ac.uk::3553fc2e-875d-4b8e-9341-9209134c3454" providerId="AD" clId="Web-{09446B3D-63AB-6611-1BD7-EA2E703DBC90}" dt="2025-12-12T11:23:09.914" v="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setBg">
        <pc:chgData name="Alex Rush" userId="S::alex.rush@mail.bcu.ac.uk::3553fc2e-875d-4b8e-9341-9209134c3454" providerId="AD" clId="Web-{09446B3D-63AB-6611-1BD7-EA2E703DBC90}" dt="2025-12-12T11:31:07.047" v="152"/>
        <pc:sldMkLst>
          <pc:docMk/>
          <pc:sldMk cId="3936586886" sldId="261"/>
        </pc:sldMkLst>
        <pc:spChg chg="mod">
          <ac:chgData name="Alex Rush" userId="S::alex.rush@mail.bcu.ac.uk::3553fc2e-875d-4b8e-9341-9209134c3454" providerId="AD" clId="Web-{09446B3D-63AB-6611-1BD7-EA2E703DBC90}" dt="2025-12-12T11:31:07.047" v="152"/>
          <ac:spMkLst>
            <pc:docMk/>
            <pc:sldMk cId="3936586886" sldId="261"/>
            <ac:spMk id="2" creationId="{BEF13D59-D9BC-4E53-1140-A129EBF9F2C9}"/>
          </ac:spMkLst>
        </pc:spChg>
        <pc:spChg chg="add">
          <ac:chgData name="Alex Rush" userId="S::alex.rush@mail.bcu.ac.uk::3553fc2e-875d-4b8e-9341-9209134c3454" providerId="AD" clId="Web-{09446B3D-63AB-6611-1BD7-EA2E703DBC90}" dt="2025-12-12T11:31:07.047" v="152"/>
          <ac:spMkLst>
            <pc:docMk/>
            <pc:sldMk cId="3936586886" sldId="261"/>
            <ac:spMk id="25" creationId="{2E442304-DDBD-4F7B-8017-36BCC863FB40}"/>
          </ac:spMkLst>
        </pc:spChg>
        <pc:spChg chg="add">
          <ac:chgData name="Alex Rush" userId="S::alex.rush@mail.bcu.ac.uk::3553fc2e-875d-4b8e-9341-9209134c3454" providerId="AD" clId="Web-{09446B3D-63AB-6611-1BD7-EA2E703DBC90}" dt="2025-12-12T11:31:07.047" v="152"/>
          <ac:spMkLst>
            <pc:docMk/>
            <pc:sldMk cId="3936586886" sldId="261"/>
            <ac:spMk id="26" creationId="{5E107275-3853-46FD-A241-DE4355A42675}"/>
          </ac:spMkLst>
        </pc:spChg>
        <pc:graphicFrameChg chg="add">
          <ac:chgData name="Alex Rush" userId="S::alex.rush@mail.bcu.ac.uk::3553fc2e-875d-4b8e-9341-9209134c3454" providerId="AD" clId="Web-{09446B3D-63AB-6611-1BD7-EA2E703DBC90}" dt="2025-12-12T11:31:07.047" v="152"/>
          <ac:graphicFrameMkLst>
            <pc:docMk/>
            <pc:sldMk cId="3936586886" sldId="261"/>
            <ac:graphicFrameMk id="27" creationId="{73A6A66F-8AF4-F39F-0809-BCB91C40B448}"/>
          </ac:graphicFrameMkLst>
        </pc:graphicFrameChg>
      </pc:sldChg>
      <pc:sldChg chg="addSp delSp modSp">
        <pc:chgData name="Alex Rush" userId="S::alex.rush@mail.bcu.ac.uk::3553fc2e-875d-4b8e-9341-9209134c3454" providerId="AD" clId="Web-{09446B3D-63AB-6611-1BD7-EA2E703DBC90}" dt="2025-12-12T11:37:32.654" v="346"/>
        <pc:sldMkLst>
          <pc:docMk/>
          <pc:sldMk cId="701896487" sldId="262"/>
        </pc:sldMkLst>
        <pc:spChg chg="mod">
          <ac:chgData name="Alex Rush" userId="S::alex.rush@mail.bcu.ac.uk::3553fc2e-875d-4b8e-9341-9209134c3454" providerId="AD" clId="Web-{09446B3D-63AB-6611-1BD7-EA2E703DBC90}" dt="2025-12-12T11:37:32.654" v="346"/>
          <ac:spMkLst>
            <pc:docMk/>
            <pc:sldMk cId="701896487" sldId="262"/>
            <ac:spMk id="2" creationId="{CAD2EF52-0771-FE76-3484-23CF2898B533}"/>
          </ac:spMkLst>
        </pc:spChg>
        <pc:spChg chg="mod">
          <ac:chgData name="Alex Rush" userId="S::alex.rush@mail.bcu.ac.uk::3553fc2e-875d-4b8e-9341-9209134c3454" providerId="AD" clId="Web-{09446B3D-63AB-6611-1BD7-EA2E703DBC90}" dt="2025-12-12T11:37:32.654" v="346"/>
          <ac:spMkLst>
            <pc:docMk/>
            <pc:sldMk cId="701896487" sldId="262"/>
            <ac:spMk id="3" creationId="{ED19706B-647F-5E02-B249-797522269F86}"/>
          </ac:spMkLst>
        </pc:spChg>
        <pc:grpChg chg="add">
          <ac:chgData name="Alex Rush" userId="S::alex.rush@mail.bcu.ac.uk::3553fc2e-875d-4b8e-9341-9209134c3454" providerId="AD" clId="Web-{09446B3D-63AB-6611-1BD7-EA2E703DBC90}" dt="2025-12-12T11:37:32.654" v="346"/>
          <ac:grpSpMkLst>
            <pc:docMk/>
            <pc:sldMk cId="701896487" sldId="262"/>
            <ac:grpSpMk id="32" creationId="{6258F736-B256-8039-9DC6-F4E49A5C5AD5}"/>
          </ac:grpSpMkLst>
        </pc:grpChg>
        <pc:picChg chg="mod">
          <ac:chgData name="Alex Rush" userId="S::alex.rush@mail.bcu.ac.uk::3553fc2e-875d-4b8e-9341-9209134c3454" providerId="AD" clId="Web-{09446B3D-63AB-6611-1BD7-EA2E703DBC90}" dt="2025-12-12T11:37:32.654" v="346"/>
          <ac:picMkLst>
            <pc:docMk/>
            <pc:sldMk cId="701896487" sldId="262"/>
            <ac:picMk id="5" creationId="{1E57E6CE-1B98-609B-B11A-7D0A43473E6D}"/>
          </ac:picMkLst>
        </pc:picChg>
      </pc:sldChg>
      <pc:sldChg chg="addSp delSp modSp">
        <pc:chgData name="Alex Rush" userId="S::alex.rush@mail.bcu.ac.uk::3553fc2e-875d-4b8e-9341-9209134c3454" providerId="AD" clId="Web-{09446B3D-63AB-6611-1BD7-EA2E703DBC90}" dt="2025-12-12T11:37:48.952" v="348"/>
        <pc:sldMkLst>
          <pc:docMk/>
          <pc:sldMk cId="533541450" sldId="263"/>
        </pc:sldMkLst>
        <pc:spChg chg="mod">
          <ac:chgData name="Alex Rush" userId="S::alex.rush@mail.bcu.ac.uk::3553fc2e-875d-4b8e-9341-9209134c3454" providerId="AD" clId="Web-{09446B3D-63AB-6611-1BD7-EA2E703DBC90}" dt="2025-12-12T11:37:48.952" v="348"/>
          <ac:spMkLst>
            <pc:docMk/>
            <pc:sldMk cId="533541450" sldId="263"/>
            <ac:spMk id="2" creationId="{F6312167-EA17-698C-800B-BA3C83335EBC}"/>
          </ac:spMkLst>
        </pc:spChg>
        <pc:spChg chg="mod">
          <ac:chgData name="Alex Rush" userId="S::alex.rush@mail.bcu.ac.uk::3553fc2e-875d-4b8e-9341-9209134c3454" providerId="AD" clId="Web-{09446B3D-63AB-6611-1BD7-EA2E703DBC90}" dt="2025-12-12T11:37:48.952" v="348"/>
          <ac:spMkLst>
            <pc:docMk/>
            <pc:sldMk cId="533541450" sldId="263"/>
            <ac:spMk id="3" creationId="{EEFC80A8-E7F1-38BC-AE32-A66B01082732}"/>
          </ac:spMkLst>
        </pc:spChg>
        <pc:spChg chg="add">
          <ac:chgData name="Alex Rush" userId="S::alex.rush@mail.bcu.ac.uk::3553fc2e-875d-4b8e-9341-9209134c3454" providerId="AD" clId="Web-{09446B3D-63AB-6611-1BD7-EA2E703DBC90}" dt="2025-12-12T11:37:48.952" v="348"/>
          <ac:spMkLst>
            <pc:docMk/>
            <pc:sldMk cId="533541450" sldId="263"/>
            <ac:spMk id="23" creationId="{743AA782-23D1-4521-8CAD-47662984AA08}"/>
          </ac:spMkLst>
        </pc:spChg>
        <pc:spChg chg="add">
          <ac:chgData name="Alex Rush" userId="S::alex.rush@mail.bcu.ac.uk::3553fc2e-875d-4b8e-9341-9209134c3454" providerId="AD" clId="Web-{09446B3D-63AB-6611-1BD7-EA2E703DBC90}" dt="2025-12-12T11:37:48.952" v="348"/>
          <ac:spMkLst>
            <pc:docMk/>
            <pc:sldMk cId="533541450" sldId="263"/>
            <ac:spMk id="25" creationId="{71877DBC-BB60-40F0-AC93-2ACDBAAE60CE}"/>
          </ac:spMkLst>
        </pc:spChg>
        <pc:picChg chg="mod">
          <ac:chgData name="Alex Rush" userId="S::alex.rush@mail.bcu.ac.uk::3553fc2e-875d-4b8e-9341-9209134c3454" providerId="AD" clId="Web-{09446B3D-63AB-6611-1BD7-EA2E703DBC90}" dt="2025-12-12T11:37:48.952" v="348"/>
          <ac:picMkLst>
            <pc:docMk/>
            <pc:sldMk cId="533541450" sldId="263"/>
            <ac:picMk id="4" creationId="{2595B3BF-6DBB-D77C-E4DB-CC466DA6B0DA}"/>
          </ac:picMkLst>
        </pc:picChg>
      </pc:sldChg>
      <pc:sldChg chg="addSp modSp mod setBg">
        <pc:chgData name="Alex Rush" userId="S::alex.rush@mail.bcu.ac.uk::3553fc2e-875d-4b8e-9341-9209134c3454" providerId="AD" clId="Web-{09446B3D-63AB-6611-1BD7-EA2E703DBC90}" dt="2025-12-12T11:38:04.296" v="350"/>
        <pc:sldMkLst>
          <pc:docMk/>
          <pc:sldMk cId="3145333471" sldId="265"/>
        </pc:sldMkLst>
        <pc:spChg chg="mod">
          <ac:chgData name="Alex Rush" userId="S::alex.rush@mail.bcu.ac.uk::3553fc2e-875d-4b8e-9341-9209134c3454" providerId="AD" clId="Web-{09446B3D-63AB-6611-1BD7-EA2E703DBC90}" dt="2025-12-12T11:38:04.296" v="350"/>
          <ac:spMkLst>
            <pc:docMk/>
            <pc:sldMk cId="3145333471" sldId="265"/>
            <ac:spMk id="2" creationId="{0C66A273-0AB6-13FE-54F5-0182FCDB65C9}"/>
          </ac:spMkLst>
        </pc:spChg>
        <pc:spChg chg="mod">
          <ac:chgData name="Alex Rush" userId="S::alex.rush@mail.bcu.ac.uk::3553fc2e-875d-4b8e-9341-9209134c3454" providerId="AD" clId="Web-{09446B3D-63AB-6611-1BD7-EA2E703DBC90}" dt="2025-12-12T11:38:04.296" v="350"/>
          <ac:spMkLst>
            <pc:docMk/>
            <pc:sldMk cId="3145333471" sldId="265"/>
            <ac:spMk id="3" creationId="{0427E39D-5936-1A3B-BB5E-C9F0C15B3771}"/>
          </ac:spMkLst>
        </pc:spChg>
        <pc:spChg chg="add">
          <ac:chgData name="Alex Rush" userId="S::alex.rush@mail.bcu.ac.uk::3553fc2e-875d-4b8e-9341-9209134c3454" providerId="AD" clId="Web-{09446B3D-63AB-6611-1BD7-EA2E703DBC90}" dt="2025-12-12T11:38:04.296" v="350"/>
          <ac:spMkLst>
            <pc:docMk/>
            <pc:sldMk cId="3145333471" sldId="265"/>
            <ac:spMk id="8" creationId="{B6CDA21F-E7AF-4C75-8395-33F58D5B0E45}"/>
          </ac:spMkLst>
        </pc:spChg>
        <pc:spChg chg="add">
          <ac:chgData name="Alex Rush" userId="S::alex.rush@mail.bcu.ac.uk::3553fc2e-875d-4b8e-9341-9209134c3454" providerId="AD" clId="Web-{09446B3D-63AB-6611-1BD7-EA2E703DBC90}" dt="2025-12-12T11:38:04.296" v="350"/>
          <ac:spMkLst>
            <pc:docMk/>
            <pc:sldMk cId="3145333471" sldId="265"/>
            <ac:spMk id="15" creationId="{D5B0017B-2ECA-49AF-B397-DC140825DF8D}"/>
          </ac:spMkLst>
        </pc:spChg>
        <pc:grpChg chg="add">
          <ac:chgData name="Alex Rush" userId="S::alex.rush@mail.bcu.ac.uk::3553fc2e-875d-4b8e-9341-9209134c3454" providerId="AD" clId="Web-{09446B3D-63AB-6611-1BD7-EA2E703DBC90}" dt="2025-12-12T11:38:04.296" v="350"/>
          <ac:grpSpMkLst>
            <pc:docMk/>
            <pc:sldMk cId="3145333471" sldId="265"/>
            <ac:grpSpMk id="10" creationId="{AE1C45F0-260A-458C-96ED-C1F6D2151219}"/>
          </ac:grpSpMkLst>
        </pc:grpChg>
        <pc:cxnChg chg="add">
          <ac:chgData name="Alex Rush" userId="S::alex.rush@mail.bcu.ac.uk::3553fc2e-875d-4b8e-9341-9209134c3454" providerId="AD" clId="Web-{09446B3D-63AB-6611-1BD7-EA2E703DBC90}" dt="2025-12-12T11:38:04.296" v="350"/>
          <ac:cxnSpMkLst>
            <pc:docMk/>
            <pc:sldMk cId="3145333471" sldId="265"/>
            <ac:cxnSpMk id="17" creationId="{6CF1BAF6-AD41-4082-B212-8A1F9A2E8779}"/>
          </ac:cxnSpMkLst>
        </pc:cxnChg>
      </pc:sldChg>
      <pc:sldChg chg="addSp delSp modSp">
        <pc:chgData name="Alex Rush" userId="S::alex.rush@mail.bcu.ac.uk::3553fc2e-875d-4b8e-9341-9209134c3454" providerId="AD" clId="Web-{09446B3D-63AB-6611-1BD7-EA2E703DBC90}" dt="2025-12-12T11:37:54.890" v="349"/>
        <pc:sldMkLst>
          <pc:docMk/>
          <pc:sldMk cId="1012425181" sldId="268"/>
        </pc:sldMkLst>
        <pc:spChg chg="add">
          <ac:chgData name="Alex Rush" userId="S::alex.rush@mail.bcu.ac.uk::3553fc2e-875d-4b8e-9341-9209134c3454" providerId="AD" clId="Web-{09446B3D-63AB-6611-1BD7-EA2E703DBC90}" dt="2025-12-12T11:37:54.890" v="349"/>
          <ac:spMkLst>
            <pc:docMk/>
            <pc:sldMk cId="1012425181" sldId="268"/>
            <ac:spMk id="16" creationId="{2D2B266D-3625-4584-A5C3-7D3F672CFF30}"/>
          </ac:spMkLst>
        </pc:spChg>
        <pc:spChg chg="add">
          <ac:chgData name="Alex Rush" userId="S::alex.rush@mail.bcu.ac.uk::3553fc2e-875d-4b8e-9341-9209134c3454" providerId="AD" clId="Web-{09446B3D-63AB-6611-1BD7-EA2E703DBC90}" dt="2025-12-12T11:37:54.890" v="349"/>
          <ac:spMkLst>
            <pc:docMk/>
            <pc:sldMk cId="1012425181" sldId="268"/>
            <ac:spMk id="18" creationId="{C463B99A-73EE-4FBB-B7C4-F9F9BCC25C65}"/>
          </ac:spMkLst>
        </pc:spChg>
        <pc:spChg chg="add">
          <ac:chgData name="Alex Rush" userId="S::alex.rush@mail.bcu.ac.uk::3553fc2e-875d-4b8e-9341-9209134c3454" providerId="AD" clId="Web-{09446B3D-63AB-6611-1BD7-EA2E703DBC90}" dt="2025-12-12T11:37:54.890" v="349"/>
          <ac:spMkLst>
            <pc:docMk/>
            <pc:sldMk cId="1012425181" sldId="268"/>
            <ac:spMk id="20" creationId="{A5D2A5D1-BA0D-47D3-B051-DA7743C46E28}"/>
          </ac:spMkLst>
        </pc:spChg>
        <pc:picChg chg="mod">
          <ac:chgData name="Alex Rush" userId="S::alex.rush@mail.bcu.ac.uk::3553fc2e-875d-4b8e-9341-9209134c3454" providerId="AD" clId="Web-{09446B3D-63AB-6611-1BD7-EA2E703DBC90}" dt="2025-12-12T11:37:54.890" v="349"/>
          <ac:picMkLst>
            <pc:docMk/>
            <pc:sldMk cId="1012425181" sldId="268"/>
            <ac:picMk id="4" creationId="{D59BDF54-793D-C369-4EE7-1D1D52F7B5D9}"/>
          </ac:picMkLst>
        </pc:picChg>
      </pc:sldChg>
      <pc:sldChg chg="addSp delSp modSp mod setBg">
        <pc:chgData name="Alex Rush" userId="S::alex.rush@mail.bcu.ac.uk::3553fc2e-875d-4b8e-9341-9209134c3454" providerId="AD" clId="Web-{09446B3D-63AB-6611-1BD7-EA2E703DBC90}" dt="2025-12-12T11:37:10.497" v="345"/>
        <pc:sldMkLst>
          <pc:docMk/>
          <pc:sldMk cId="974429242" sldId="271"/>
        </pc:sldMkLst>
        <pc:spChg chg="mo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2" creationId="{46A5E2A4-BD63-C970-5952-A91EC2AC212F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12" creationId="{BACC6370-2D7E-4714-9D71-7542949D7D5D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14" creationId="{256B2C21-A230-48C0-8DF1-C46611373C44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16" creationId="{3847E18C-932D-4C95-AABA-FEC7C9499AD7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18" creationId="{3150CB11-0C61-439E-910F-5787759E72A0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20" creationId="{43F8A58B-5155-44CE-A5FF-7647B47D0A7A}"/>
          </ac:spMkLst>
        </pc:spChg>
        <pc:spChg chg="add">
          <ac:chgData name="Alex Rush" userId="S::alex.rush@mail.bcu.ac.uk::3553fc2e-875d-4b8e-9341-9209134c3454" providerId="AD" clId="Web-{09446B3D-63AB-6611-1BD7-EA2E703DBC90}" dt="2025-12-12T11:37:10.497" v="345"/>
          <ac:spMkLst>
            <pc:docMk/>
            <pc:sldMk cId="974429242" sldId="271"/>
            <ac:spMk id="22" creationId="{443F2ACA-E6D6-4028-82DD-F03C262D5DE6}"/>
          </ac:spMkLst>
        </pc:spChg>
        <pc:graphicFrameChg chg="add">
          <ac:chgData name="Alex Rush" userId="S::alex.rush@mail.bcu.ac.uk::3553fc2e-875d-4b8e-9341-9209134c3454" providerId="AD" clId="Web-{09446B3D-63AB-6611-1BD7-EA2E703DBC90}" dt="2025-12-12T11:37:10.497" v="345"/>
          <ac:graphicFrameMkLst>
            <pc:docMk/>
            <pc:sldMk cId="974429242" sldId="271"/>
            <ac:graphicFrameMk id="8" creationId="{38B3A57D-36A8-288A-F5EF-E79AAA0862DC}"/>
          </ac:graphicFrameMkLst>
        </pc:graphicFrameChg>
      </pc:sldChg>
      <pc:sldChg chg="addSp delSp modSp">
        <pc:chgData name="Alex Rush" userId="S::alex.rush@mail.bcu.ac.uk::3553fc2e-875d-4b8e-9341-9209134c3454" providerId="AD" clId="Web-{09446B3D-63AB-6611-1BD7-EA2E703DBC90}" dt="2025-12-12T11:37:42.514" v="347"/>
        <pc:sldMkLst>
          <pc:docMk/>
          <pc:sldMk cId="3637944226" sldId="273"/>
        </pc:sldMkLst>
        <pc:spChg chg="mod">
          <ac:chgData name="Alex Rush" userId="S::alex.rush@mail.bcu.ac.uk::3553fc2e-875d-4b8e-9341-9209134c3454" providerId="AD" clId="Web-{09446B3D-63AB-6611-1BD7-EA2E703DBC90}" dt="2025-12-12T11:37:42.514" v="347"/>
          <ac:spMkLst>
            <pc:docMk/>
            <pc:sldMk cId="3637944226" sldId="273"/>
            <ac:spMk id="2" creationId="{6378DE4A-D596-1AC3-350C-3ABBABC08707}"/>
          </ac:spMkLst>
        </pc:spChg>
        <pc:spChg chg="mod">
          <ac:chgData name="Alex Rush" userId="S::alex.rush@mail.bcu.ac.uk::3553fc2e-875d-4b8e-9341-9209134c3454" providerId="AD" clId="Web-{09446B3D-63AB-6611-1BD7-EA2E703DBC90}" dt="2025-12-12T11:37:42.514" v="347"/>
          <ac:spMkLst>
            <pc:docMk/>
            <pc:sldMk cId="3637944226" sldId="273"/>
            <ac:spMk id="3" creationId="{7B4583FE-F54C-2565-62FA-BC2ABABF2736}"/>
          </ac:spMkLst>
        </pc:spChg>
        <pc:spChg chg="add">
          <ac:chgData name="Alex Rush" userId="S::alex.rush@mail.bcu.ac.uk::3553fc2e-875d-4b8e-9341-9209134c3454" providerId="AD" clId="Web-{09446B3D-63AB-6611-1BD7-EA2E703DBC90}" dt="2025-12-12T11:37:42.514" v="347"/>
          <ac:spMkLst>
            <pc:docMk/>
            <pc:sldMk cId="3637944226" sldId="273"/>
            <ac:spMk id="41" creationId="{2B97F24A-32CE-4C1C-A50D-3016B394DCFB}"/>
          </ac:spMkLst>
        </pc:spChg>
        <pc:spChg chg="add">
          <ac:chgData name="Alex Rush" userId="S::alex.rush@mail.bcu.ac.uk::3553fc2e-875d-4b8e-9341-9209134c3454" providerId="AD" clId="Web-{09446B3D-63AB-6611-1BD7-EA2E703DBC90}" dt="2025-12-12T11:37:42.514" v="347"/>
          <ac:spMkLst>
            <pc:docMk/>
            <pc:sldMk cId="3637944226" sldId="273"/>
            <ac:spMk id="43" creationId="{6357EC4F-235E-4222-A36F-C7878ACE37F2}"/>
          </ac:spMkLst>
        </pc:spChg>
        <pc:picChg chg="mod">
          <ac:chgData name="Alex Rush" userId="S::alex.rush@mail.bcu.ac.uk::3553fc2e-875d-4b8e-9341-9209134c3454" providerId="AD" clId="Web-{09446B3D-63AB-6611-1BD7-EA2E703DBC90}" dt="2025-12-12T11:37:42.514" v="347"/>
          <ac:picMkLst>
            <pc:docMk/>
            <pc:sldMk cId="3637944226" sldId="273"/>
            <ac:picMk id="5" creationId="{8DD7738D-7F40-D8A6-610B-22EE5DDEBD3E}"/>
          </ac:picMkLst>
        </pc:picChg>
      </pc:sldChg>
      <pc:sldChg chg="addSp modSp new mod setBg">
        <pc:chgData name="Alex Rush" userId="S::alex.rush@mail.bcu.ac.uk::3553fc2e-875d-4b8e-9341-9209134c3454" providerId="AD" clId="Web-{09446B3D-63AB-6611-1BD7-EA2E703DBC90}" dt="2025-12-12T11:31:19.047" v="153"/>
        <pc:sldMkLst>
          <pc:docMk/>
          <pc:sldMk cId="124132054" sldId="274"/>
        </pc:sldMkLst>
        <pc:spChg chg="mod">
          <ac:chgData name="Alex Rush" userId="S::alex.rush@mail.bcu.ac.uk::3553fc2e-875d-4b8e-9341-9209134c3454" providerId="AD" clId="Web-{09446B3D-63AB-6611-1BD7-EA2E703DBC90}" dt="2025-12-12T11:31:19.047" v="153"/>
          <ac:spMkLst>
            <pc:docMk/>
            <pc:sldMk cId="124132054" sldId="274"/>
            <ac:spMk id="2" creationId="{0F570566-B6F8-17A7-6B41-3487AD2322E3}"/>
          </ac:spMkLst>
        </pc:spChg>
        <pc:spChg chg="mod">
          <ac:chgData name="Alex Rush" userId="S::alex.rush@mail.bcu.ac.uk::3553fc2e-875d-4b8e-9341-9209134c3454" providerId="AD" clId="Web-{09446B3D-63AB-6611-1BD7-EA2E703DBC90}" dt="2025-12-12T11:31:19.047" v="153"/>
          <ac:spMkLst>
            <pc:docMk/>
            <pc:sldMk cId="124132054" sldId="274"/>
            <ac:spMk id="3" creationId="{17BD418C-B425-61E3-5627-04350AF6C5DF}"/>
          </ac:spMkLst>
        </pc:spChg>
        <pc:spChg chg="add">
          <ac:chgData name="Alex Rush" userId="S::alex.rush@mail.bcu.ac.uk::3553fc2e-875d-4b8e-9341-9209134c3454" providerId="AD" clId="Web-{09446B3D-63AB-6611-1BD7-EA2E703DBC90}" dt="2025-12-12T11:31:19.047" v="153"/>
          <ac:spMkLst>
            <pc:docMk/>
            <pc:sldMk cId="124132054" sldId="274"/>
            <ac:spMk id="8" creationId="{907EF6B7-1338-4443-8C46-6A318D952DFD}"/>
          </ac:spMkLst>
        </pc:spChg>
        <pc:spChg chg="add">
          <ac:chgData name="Alex Rush" userId="S::alex.rush@mail.bcu.ac.uk::3553fc2e-875d-4b8e-9341-9209134c3454" providerId="AD" clId="Web-{09446B3D-63AB-6611-1BD7-EA2E703DBC90}" dt="2025-12-12T11:31:19.047" v="153"/>
          <ac:spMkLst>
            <pc:docMk/>
            <pc:sldMk cId="124132054" sldId="274"/>
            <ac:spMk id="10" creationId="{DAAE4CDD-124C-4DCF-9584-B6033B545DD5}"/>
          </ac:spMkLst>
        </pc:spChg>
        <pc:spChg chg="add">
          <ac:chgData name="Alex Rush" userId="S::alex.rush@mail.bcu.ac.uk::3553fc2e-875d-4b8e-9341-9209134c3454" providerId="AD" clId="Web-{09446B3D-63AB-6611-1BD7-EA2E703DBC90}" dt="2025-12-12T11:31:19.047" v="153"/>
          <ac:spMkLst>
            <pc:docMk/>
            <pc:sldMk cId="124132054" sldId="274"/>
            <ac:spMk id="12" creationId="{081E4A58-353D-44AE-B2FC-2A74E2E400F7}"/>
          </ac:spMkLst>
        </pc:spChg>
      </pc:sldChg>
      <pc:sldChg chg="addSp modSp new mod setBg">
        <pc:chgData name="Alex Rush" userId="S::alex.rush@mail.bcu.ac.uk::3553fc2e-875d-4b8e-9341-9209134c3454" providerId="AD" clId="Web-{09446B3D-63AB-6611-1BD7-EA2E703DBC90}" dt="2025-12-12T11:39:01.471" v="353" actId="20577"/>
        <pc:sldMkLst>
          <pc:docMk/>
          <pc:sldMk cId="2510148418" sldId="275"/>
        </pc:sldMkLst>
        <pc:spChg chg="mod">
          <ac:chgData name="Alex Rush" userId="S::alex.rush@mail.bcu.ac.uk::3553fc2e-875d-4b8e-9341-9209134c3454" providerId="AD" clId="Web-{09446B3D-63AB-6611-1BD7-EA2E703DBC90}" dt="2025-12-12T11:39:01.471" v="353" actId="20577"/>
          <ac:spMkLst>
            <pc:docMk/>
            <pc:sldMk cId="2510148418" sldId="275"/>
            <ac:spMk id="2" creationId="{A1AF4D18-BF26-4BD0-E7E7-DD80F2EFFCA5}"/>
          </ac:spMkLst>
        </pc:spChg>
        <pc:spChg chg="mod">
          <ac:chgData name="Alex Rush" userId="S::alex.rush@mail.bcu.ac.uk::3553fc2e-875d-4b8e-9341-9209134c3454" providerId="AD" clId="Web-{09446B3D-63AB-6611-1BD7-EA2E703DBC90}" dt="2025-12-12T11:32:54.158" v="197"/>
          <ac:spMkLst>
            <pc:docMk/>
            <pc:sldMk cId="2510148418" sldId="275"/>
            <ac:spMk id="3" creationId="{69089CFB-B718-EF0A-6086-02B52D252376}"/>
          </ac:spMkLst>
        </pc:spChg>
        <pc:spChg chg="add">
          <ac:chgData name="Alex Rush" userId="S::alex.rush@mail.bcu.ac.uk::3553fc2e-875d-4b8e-9341-9209134c3454" providerId="AD" clId="Web-{09446B3D-63AB-6611-1BD7-EA2E703DBC90}" dt="2025-12-12T11:32:54.158" v="197"/>
          <ac:spMkLst>
            <pc:docMk/>
            <pc:sldMk cId="2510148418" sldId="275"/>
            <ac:spMk id="8" creationId="{C2554CA6-288E-4202-BC52-2E5A8F0C0AED}"/>
          </ac:spMkLst>
        </pc:spChg>
        <pc:spChg chg="add">
          <ac:chgData name="Alex Rush" userId="S::alex.rush@mail.bcu.ac.uk::3553fc2e-875d-4b8e-9341-9209134c3454" providerId="AD" clId="Web-{09446B3D-63AB-6611-1BD7-EA2E703DBC90}" dt="2025-12-12T11:32:54.158" v="197"/>
          <ac:spMkLst>
            <pc:docMk/>
            <pc:sldMk cId="2510148418" sldId="275"/>
            <ac:spMk id="10" creationId="{B10BB131-AC8E-4A8E-A5D1-36260F720C3B}"/>
          </ac:spMkLst>
        </pc:spChg>
        <pc:spChg chg="add">
          <ac:chgData name="Alex Rush" userId="S::alex.rush@mail.bcu.ac.uk::3553fc2e-875d-4b8e-9341-9209134c3454" providerId="AD" clId="Web-{09446B3D-63AB-6611-1BD7-EA2E703DBC90}" dt="2025-12-12T11:32:54.158" v="197"/>
          <ac:spMkLst>
            <pc:docMk/>
            <pc:sldMk cId="2510148418" sldId="275"/>
            <ac:spMk id="12" creationId="{5B7778FC-632E-4DCA-A7CB-0D7731CCF970}"/>
          </ac:spMkLst>
        </pc:spChg>
        <pc:spChg chg="add">
          <ac:chgData name="Alex Rush" userId="S::alex.rush@mail.bcu.ac.uk::3553fc2e-875d-4b8e-9341-9209134c3454" providerId="AD" clId="Web-{09446B3D-63AB-6611-1BD7-EA2E703DBC90}" dt="2025-12-12T11:32:54.158" v="197"/>
          <ac:spMkLst>
            <pc:docMk/>
            <pc:sldMk cId="2510148418" sldId="275"/>
            <ac:spMk id="14" creationId="{FA23A907-97FB-4A8F-880A-DD77401C4296}"/>
          </ac:spMkLst>
        </pc:spChg>
      </pc:sldChg>
      <pc:sldChg chg="addSp modSp new mod setBg">
        <pc:chgData name="Alex Rush" userId="S::alex.rush@mail.bcu.ac.uk::3553fc2e-875d-4b8e-9341-9209134c3454" providerId="AD" clId="Web-{09446B3D-63AB-6611-1BD7-EA2E703DBC90}" dt="2025-12-12T11:39:11.018" v="361" actId="20577"/>
        <pc:sldMkLst>
          <pc:docMk/>
          <pc:sldMk cId="2667142300" sldId="276"/>
        </pc:sldMkLst>
        <pc:spChg chg="mod">
          <ac:chgData name="Alex Rush" userId="S::alex.rush@mail.bcu.ac.uk::3553fc2e-875d-4b8e-9341-9209134c3454" providerId="AD" clId="Web-{09446B3D-63AB-6611-1BD7-EA2E703DBC90}" dt="2025-12-12T11:39:11.018" v="361" actId="20577"/>
          <ac:spMkLst>
            <pc:docMk/>
            <pc:sldMk cId="2667142300" sldId="276"/>
            <ac:spMk id="2" creationId="{76338F10-253A-8656-2566-5213DEE673A4}"/>
          </ac:spMkLst>
        </pc:spChg>
        <pc:spChg chg="mod">
          <ac:chgData name="Alex Rush" userId="S::alex.rush@mail.bcu.ac.uk::3553fc2e-875d-4b8e-9341-9209134c3454" providerId="AD" clId="Web-{09446B3D-63AB-6611-1BD7-EA2E703DBC90}" dt="2025-12-12T11:36:45.511" v="343"/>
          <ac:spMkLst>
            <pc:docMk/>
            <pc:sldMk cId="2667142300" sldId="276"/>
            <ac:spMk id="3" creationId="{0706B550-C2F6-CE15-9B1B-167A50F1A710}"/>
          </ac:spMkLst>
        </pc:spChg>
        <pc:spChg chg="add">
          <ac:chgData name="Alex Rush" userId="S::alex.rush@mail.bcu.ac.uk::3553fc2e-875d-4b8e-9341-9209134c3454" providerId="AD" clId="Web-{09446B3D-63AB-6611-1BD7-EA2E703DBC90}" dt="2025-12-12T11:36:45.511" v="343"/>
          <ac:spMkLst>
            <pc:docMk/>
            <pc:sldMk cId="2667142300" sldId="276"/>
            <ac:spMk id="8" creationId="{907EF6B7-1338-4443-8C46-6A318D952DFD}"/>
          </ac:spMkLst>
        </pc:spChg>
        <pc:spChg chg="add">
          <ac:chgData name="Alex Rush" userId="S::alex.rush@mail.bcu.ac.uk::3553fc2e-875d-4b8e-9341-9209134c3454" providerId="AD" clId="Web-{09446B3D-63AB-6611-1BD7-EA2E703DBC90}" dt="2025-12-12T11:36:45.511" v="343"/>
          <ac:spMkLst>
            <pc:docMk/>
            <pc:sldMk cId="2667142300" sldId="276"/>
            <ac:spMk id="10" creationId="{DAAE4CDD-124C-4DCF-9584-B6033B545DD5}"/>
          </ac:spMkLst>
        </pc:spChg>
        <pc:spChg chg="add">
          <ac:chgData name="Alex Rush" userId="S::alex.rush@mail.bcu.ac.uk::3553fc2e-875d-4b8e-9341-9209134c3454" providerId="AD" clId="Web-{09446B3D-63AB-6611-1BD7-EA2E703DBC90}" dt="2025-12-12T11:36:45.511" v="343"/>
          <ac:spMkLst>
            <pc:docMk/>
            <pc:sldMk cId="2667142300" sldId="276"/>
            <ac:spMk id="12" creationId="{081E4A58-353D-44AE-B2FC-2A74E2E400F7}"/>
          </ac:spMkLst>
        </pc:spChg>
      </pc:sldChg>
      <pc:sldChg chg="addSp delSp modSp new mod setBg">
        <pc:chgData name="Alex Rush" userId="S::alex.rush@mail.bcu.ac.uk::3553fc2e-875d-4b8e-9341-9209134c3454" providerId="AD" clId="Web-{09446B3D-63AB-6611-1BD7-EA2E703DBC90}" dt="2025-12-12T11:40:24.911" v="372" actId="20577"/>
        <pc:sldMkLst>
          <pc:docMk/>
          <pc:sldMk cId="1819524394" sldId="277"/>
        </pc:sldMkLst>
        <pc:spChg chg="mod ord">
          <ac:chgData name="Alex Rush" userId="S::alex.rush@mail.bcu.ac.uk::3553fc2e-875d-4b8e-9341-9209134c3454" providerId="AD" clId="Web-{09446B3D-63AB-6611-1BD7-EA2E703DBC90}" dt="2025-12-12T11:40:24.911" v="372" actId="20577"/>
          <ac:spMkLst>
            <pc:docMk/>
            <pc:sldMk cId="1819524394" sldId="277"/>
            <ac:spMk id="2" creationId="{00889706-0D7D-9AA9-A191-929EFB9881B2}"/>
          </ac:spMkLst>
        </pc:spChg>
        <pc:spChg chg="mod">
          <ac:chgData name="Alex Rush" userId="S::alex.rush@mail.bcu.ac.uk::3553fc2e-875d-4b8e-9341-9209134c3454" providerId="AD" clId="Web-{09446B3D-63AB-6611-1BD7-EA2E703DBC90}" dt="2025-12-12T11:36:49.996" v="344"/>
          <ac:spMkLst>
            <pc:docMk/>
            <pc:sldMk cId="1819524394" sldId="277"/>
            <ac:spMk id="3" creationId="{14A7851B-19F4-B392-3E05-7836B5BC93AA}"/>
          </ac:spMkLst>
        </pc:spChg>
        <pc:spChg chg="add ord">
          <ac:chgData name="Alex Rush" userId="S::alex.rush@mail.bcu.ac.uk::3553fc2e-875d-4b8e-9341-9209134c3454" providerId="AD" clId="Web-{09446B3D-63AB-6611-1BD7-EA2E703DBC90}" dt="2025-12-12T11:40:07.879" v="366"/>
          <ac:spMkLst>
            <pc:docMk/>
            <pc:sldMk cId="1819524394" sldId="277"/>
            <ac:spMk id="17" creationId="{C2554CA6-288E-4202-BC52-2E5A8F0C0AED}"/>
          </ac:spMkLst>
        </pc:spChg>
        <pc:spChg chg="add ord">
          <ac:chgData name="Alex Rush" userId="S::alex.rush@mail.bcu.ac.uk::3553fc2e-875d-4b8e-9341-9209134c3454" providerId="AD" clId="Web-{09446B3D-63AB-6611-1BD7-EA2E703DBC90}" dt="2025-12-12T11:40:10.145" v="367"/>
          <ac:spMkLst>
            <pc:docMk/>
            <pc:sldMk cId="1819524394" sldId="277"/>
            <ac:spMk id="19" creationId="{B10BB131-AC8E-4A8E-A5D1-36260F720C3B}"/>
          </ac:spMkLst>
        </pc:spChg>
        <pc:spChg chg="add">
          <ac:chgData name="Alex Rush" userId="S::alex.rush@mail.bcu.ac.uk::3553fc2e-875d-4b8e-9341-9209134c3454" providerId="AD" clId="Web-{09446B3D-63AB-6611-1BD7-EA2E703DBC90}" dt="2025-12-12T11:36:49.996" v="344"/>
          <ac:spMkLst>
            <pc:docMk/>
            <pc:sldMk cId="1819524394" sldId="277"/>
            <ac:spMk id="21" creationId="{5B7778FC-632E-4DCA-A7CB-0D7731CCF970}"/>
          </ac:spMkLst>
        </pc:spChg>
        <pc:spChg chg="add">
          <ac:chgData name="Alex Rush" userId="S::alex.rush@mail.bcu.ac.uk::3553fc2e-875d-4b8e-9341-9209134c3454" providerId="AD" clId="Web-{09446B3D-63AB-6611-1BD7-EA2E703DBC90}" dt="2025-12-12T11:36:49.996" v="344"/>
          <ac:spMkLst>
            <pc:docMk/>
            <pc:sldMk cId="1819524394" sldId="277"/>
            <ac:spMk id="23" creationId="{FA23A907-97FB-4A8F-880A-DD77401C4296}"/>
          </ac:spMkLst>
        </pc:spChg>
      </pc:sldChg>
      <pc:sldChg chg="addSp modSp new mod setBg">
        <pc:chgData name="Alex Rush" userId="S::alex.rush@mail.bcu.ac.uk::3553fc2e-875d-4b8e-9341-9209134c3454" providerId="AD" clId="Web-{09446B3D-63AB-6611-1BD7-EA2E703DBC90}" dt="2025-12-12T11:43:24.587" v="463"/>
        <pc:sldMkLst>
          <pc:docMk/>
          <pc:sldMk cId="145439542" sldId="278"/>
        </pc:sldMkLst>
        <pc:spChg chg="mod">
          <ac:chgData name="Alex Rush" userId="S::alex.rush@mail.bcu.ac.uk::3553fc2e-875d-4b8e-9341-9209134c3454" providerId="AD" clId="Web-{09446B3D-63AB-6611-1BD7-EA2E703DBC90}" dt="2025-12-12T11:43:24.587" v="463"/>
          <ac:spMkLst>
            <pc:docMk/>
            <pc:sldMk cId="145439542" sldId="278"/>
            <ac:spMk id="2" creationId="{ED934E7F-448A-7C03-4A9C-9A4F8905BC06}"/>
          </ac:spMkLst>
        </pc:spChg>
        <pc:spChg chg="mod">
          <ac:chgData name="Alex Rush" userId="S::alex.rush@mail.bcu.ac.uk::3553fc2e-875d-4b8e-9341-9209134c3454" providerId="AD" clId="Web-{09446B3D-63AB-6611-1BD7-EA2E703DBC90}" dt="2025-12-12T11:43:24.587" v="463"/>
          <ac:spMkLst>
            <pc:docMk/>
            <pc:sldMk cId="145439542" sldId="278"/>
            <ac:spMk id="3" creationId="{5E72D45D-A711-6DB2-3F81-242DA599FA06}"/>
          </ac:spMkLst>
        </pc:spChg>
        <pc:spChg chg="add">
          <ac:chgData name="Alex Rush" userId="S::alex.rush@mail.bcu.ac.uk::3553fc2e-875d-4b8e-9341-9209134c3454" providerId="AD" clId="Web-{09446B3D-63AB-6611-1BD7-EA2E703DBC90}" dt="2025-12-12T11:43:24.587" v="463"/>
          <ac:spMkLst>
            <pc:docMk/>
            <pc:sldMk cId="145439542" sldId="278"/>
            <ac:spMk id="8" creationId="{907EF6B7-1338-4443-8C46-6A318D952DFD}"/>
          </ac:spMkLst>
        </pc:spChg>
        <pc:spChg chg="add">
          <ac:chgData name="Alex Rush" userId="S::alex.rush@mail.bcu.ac.uk::3553fc2e-875d-4b8e-9341-9209134c3454" providerId="AD" clId="Web-{09446B3D-63AB-6611-1BD7-EA2E703DBC90}" dt="2025-12-12T11:43:24.587" v="463"/>
          <ac:spMkLst>
            <pc:docMk/>
            <pc:sldMk cId="145439542" sldId="278"/>
            <ac:spMk id="10" creationId="{DAAE4CDD-124C-4DCF-9584-B6033B545DD5}"/>
          </ac:spMkLst>
        </pc:spChg>
        <pc:spChg chg="add">
          <ac:chgData name="Alex Rush" userId="S::alex.rush@mail.bcu.ac.uk::3553fc2e-875d-4b8e-9341-9209134c3454" providerId="AD" clId="Web-{09446B3D-63AB-6611-1BD7-EA2E703DBC90}" dt="2025-12-12T11:43:24.587" v="463"/>
          <ac:spMkLst>
            <pc:docMk/>
            <pc:sldMk cId="145439542" sldId="278"/>
            <ac:spMk id="12" creationId="{081E4A58-353D-44AE-B2FC-2A74E2E400F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FE0F85-CC11-4EA6-837A-53C53983345B}" type="doc">
      <dgm:prSet loTypeId="urn:microsoft.com/office/officeart/2005/8/layout/process4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3890A8-8946-4D5E-ABAA-41475222DEBB}">
      <dgm:prSet/>
      <dgm:spPr/>
      <dgm:t>
        <a:bodyPr/>
        <a:lstStyle/>
        <a:p>
          <a:r>
            <a:rPr lang="en-GB"/>
            <a:t>This is a regression learning task (Supervised) and the aim is to predict the insurance charge (continuous value) based on a few variables.</a:t>
          </a:r>
          <a:endParaRPr lang="en-US"/>
        </a:p>
      </dgm:t>
    </dgm:pt>
    <dgm:pt modelId="{48AF9663-FF68-4DEF-8E46-44AEF1B3A065}" type="parTrans" cxnId="{A7ADAEF6-0F60-499B-9A28-4B64CDDA16DD}">
      <dgm:prSet/>
      <dgm:spPr/>
      <dgm:t>
        <a:bodyPr/>
        <a:lstStyle/>
        <a:p>
          <a:endParaRPr lang="en-US"/>
        </a:p>
      </dgm:t>
    </dgm:pt>
    <dgm:pt modelId="{DFFE9283-622E-47C2-9F3F-88FF45C727DB}" type="sibTrans" cxnId="{A7ADAEF6-0F60-499B-9A28-4B64CDDA16DD}">
      <dgm:prSet/>
      <dgm:spPr/>
      <dgm:t>
        <a:bodyPr/>
        <a:lstStyle/>
        <a:p>
          <a:endParaRPr lang="en-US"/>
        </a:p>
      </dgm:t>
    </dgm:pt>
    <dgm:pt modelId="{5570A9F0-CB81-4244-BD02-80A1B6F08F89}">
      <dgm:prSet/>
      <dgm:spPr/>
      <dgm:t>
        <a:bodyPr/>
        <a:lstStyle/>
        <a:p>
          <a:r>
            <a:rPr lang="en-GB" b="1" u="sng"/>
            <a:t>Objectives/questions</a:t>
          </a:r>
          <a:endParaRPr lang="en-US"/>
        </a:p>
      </dgm:t>
    </dgm:pt>
    <dgm:pt modelId="{A99BD3E0-5A79-4AF9-A7C8-E729D2FEB5D5}" type="parTrans" cxnId="{0DDCCE07-6E03-427D-B5EF-C724EF720542}">
      <dgm:prSet/>
      <dgm:spPr/>
      <dgm:t>
        <a:bodyPr/>
        <a:lstStyle/>
        <a:p>
          <a:endParaRPr lang="en-US"/>
        </a:p>
      </dgm:t>
    </dgm:pt>
    <dgm:pt modelId="{DD64C5B7-4D2A-4222-8EB0-5A407359C85E}" type="sibTrans" cxnId="{0DDCCE07-6E03-427D-B5EF-C724EF720542}">
      <dgm:prSet/>
      <dgm:spPr/>
      <dgm:t>
        <a:bodyPr/>
        <a:lstStyle/>
        <a:p>
          <a:endParaRPr lang="en-US"/>
        </a:p>
      </dgm:t>
    </dgm:pt>
    <dgm:pt modelId="{3B5EACE1-2158-4938-8388-F57E1A743B0F}">
      <dgm:prSet/>
      <dgm:spPr/>
      <dgm:t>
        <a:bodyPr/>
        <a:lstStyle/>
        <a:p>
          <a:r>
            <a:rPr lang="en-GB"/>
            <a:t>What are the </a:t>
          </a:r>
          <a:r>
            <a:rPr lang="en-GB" i="1" u="sng"/>
            <a:t>key factors </a:t>
          </a:r>
          <a:r>
            <a:rPr lang="en-GB"/>
            <a:t>that influence insurance charges?</a:t>
          </a:r>
          <a:endParaRPr lang="en-US"/>
        </a:p>
      </dgm:t>
    </dgm:pt>
    <dgm:pt modelId="{9C16277B-A7D0-4C91-AFF6-41507822F98E}" type="parTrans" cxnId="{4972AB39-0BE4-47EA-A6CC-20D294B97CC0}">
      <dgm:prSet/>
      <dgm:spPr/>
      <dgm:t>
        <a:bodyPr/>
        <a:lstStyle/>
        <a:p>
          <a:endParaRPr lang="en-US"/>
        </a:p>
      </dgm:t>
    </dgm:pt>
    <dgm:pt modelId="{4FF57476-F30C-4CC4-A527-7B8194F3F2C9}" type="sibTrans" cxnId="{4972AB39-0BE4-47EA-A6CC-20D294B97CC0}">
      <dgm:prSet/>
      <dgm:spPr/>
      <dgm:t>
        <a:bodyPr/>
        <a:lstStyle/>
        <a:p>
          <a:endParaRPr lang="en-US"/>
        </a:p>
      </dgm:t>
    </dgm:pt>
    <dgm:pt modelId="{2123F940-A3B1-4A96-A9E3-7B4C89BE92AF}">
      <dgm:prSet/>
      <dgm:spPr/>
      <dgm:t>
        <a:bodyPr/>
        <a:lstStyle/>
        <a:p>
          <a:r>
            <a:rPr lang="en-GB"/>
            <a:t>Is the evidence of bias or disparity in insurance charges based on demographic features?</a:t>
          </a:r>
          <a:endParaRPr lang="en-US"/>
        </a:p>
      </dgm:t>
    </dgm:pt>
    <dgm:pt modelId="{A74936C7-4416-4444-B6B3-613D1A1AEE4E}" type="parTrans" cxnId="{D9FB2005-7E06-4A1C-B386-680D5207A3AF}">
      <dgm:prSet/>
      <dgm:spPr/>
      <dgm:t>
        <a:bodyPr/>
        <a:lstStyle/>
        <a:p>
          <a:endParaRPr lang="en-US"/>
        </a:p>
      </dgm:t>
    </dgm:pt>
    <dgm:pt modelId="{CC07221A-7B24-478E-81A4-D3B07E8ED2CB}" type="sibTrans" cxnId="{D9FB2005-7E06-4A1C-B386-680D5207A3AF}">
      <dgm:prSet/>
      <dgm:spPr/>
      <dgm:t>
        <a:bodyPr/>
        <a:lstStyle/>
        <a:p>
          <a:endParaRPr lang="en-US"/>
        </a:p>
      </dgm:t>
    </dgm:pt>
    <dgm:pt modelId="{59F9937A-8D10-42A6-A81A-88850D1ECD8F}">
      <dgm:prSet/>
      <dgm:spPr/>
      <dgm:t>
        <a:bodyPr/>
        <a:lstStyle/>
        <a:p>
          <a:r>
            <a:rPr lang="en-GB"/>
            <a:t>Can we train a ML model accurately to predict insurance charges on customer features?</a:t>
          </a:r>
          <a:endParaRPr lang="en-US"/>
        </a:p>
      </dgm:t>
    </dgm:pt>
    <dgm:pt modelId="{00DD26AA-7E72-47AF-991D-E281363CF7B1}" type="parTrans" cxnId="{23118AAA-2D03-4C14-89BB-D3B70BE2DCAE}">
      <dgm:prSet/>
      <dgm:spPr/>
      <dgm:t>
        <a:bodyPr/>
        <a:lstStyle/>
        <a:p>
          <a:endParaRPr lang="en-US"/>
        </a:p>
      </dgm:t>
    </dgm:pt>
    <dgm:pt modelId="{40A65D59-7B14-481B-AC13-B44E18F6A63A}" type="sibTrans" cxnId="{23118AAA-2D03-4C14-89BB-D3B70BE2DCAE}">
      <dgm:prSet/>
      <dgm:spPr/>
      <dgm:t>
        <a:bodyPr/>
        <a:lstStyle/>
        <a:p>
          <a:endParaRPr lang="en-US"/>
        </a:p>
      </dgm:t>
    </dgm:pt>
    <dgm:pt modelId="{F8BABA92-2C45-4455-8B56-867A3E5AAB55}" type="pres">
      <dgm:prSet presAssocID="{EFFE0F85-CC11-4EA6-837A-53C53983345B}" presName="Name0" presStyleCnt="0">
        <dgm:presLayoutVars>
          <dgm:dir/>
          <dgm:animLvl val="lvl"/>
          <dgm:resizeHandles val="exact"/>
        </dgm:presLayoutVars>
      </dgm:prSet>
      <dgm:spPr/>
    </dgm:pt>
    <dgm:pt modelId="{D2A4BDC6-075A-4770-ADDA-E90E09BAA0D6}" type="pres">
      <dgm:prSet presAssocID="{5570A9F0-CB81-4244-BD02-80A1B6F08F89}" presName="boxAndChildren" presStyleCnt="0"/>
      <dgm:spPr/>
    </dgm:pt>
    <dgm:pt modelId="{7BD96F12-E6E8-4D7B-BE0F-CFD0495F72D9}" type="pres">
      <dgm:prSet presAssocID="{5570A9F0-CB81-4244-BD02-80A1B6F08F89}" presName="parentTextBox" presStyleLbl="node1" presStyleIdx="0" presStyleCnt="2"/>
      <dgm:spPr/>
    </dgm:pt>
    <dgm:pt modelId="{7FC58E6C-5FE0-4049-A634-E345D1E73B91}" type="pres">
      <dgm:prSet presAssocID="{5570A9F0-CB81-4244-BD02-80A1B6F08F89}" presName="entireBox" presStyleLbl="node1" presStyleIdx="0" presStyleCnt="2"/>
      <dgm:spPr/>
    </dgm:pt>
    <dgm:pt modelId="{FCDD9D7D-8FD2-4E26-9946-A3009F4C601A}" type="pres">
      <dgm:prSet presAssocID="{5570A9F0-CB81-4244-BD02-80A1B6F08F89}" presName="descendantBox" presStyleCnt="0"/>
      <dgm:spPr/>
    </dgm:pt>
    <dgm:pt modelId="{E561DE2A-7BDE-42DA-9589-35ADCC389EA7}" type="pres">
      <dgm:prSet presAssocID="{3B5EACE1-2158-4938-8388-F57E1A743B0F}" presName="childTextBox" presStyleLbl="fgAccFollowNode1" presStyleIdx="0" presStyleCnt="3">
        <dgm:presLayoutVars>
          <dgm:bulletEnabled val="1"/>
        </dgm:presLayoutVars>
      </dgm:prSet>
      <dgm:spPr/>
    </dgm:pt>
    <dgm:pt modelId="{0ED4F82E-BA5F-4F23-A3B0-9DDE01ECE874}" type="pres">
      <dgm:prSet presAssocID="{2123F940-A3B1-4A96-A9E3-7B4C89BE92AF}" presName="childTextBox" presStyleLbl="fgAccFollowNode1" presStyleIdx="1" presStyleCnt="3">
        <dgm:presLayoutVars>
          <dgm:bulletEnabled val="1"/>
        </dgm:presLayoutVars>
      </dgm:prSet>
      <dgm:spPr/>
    </dgm:pt>
    <dgm:pt modelId="{CA91941F-1ED1-45DF-B4DB-7A724B3F4690}" type="pres">
      <dgm:prSet presAssocID="{59F9937A-8D10-42A6-A81A-88850D1ECD8F}" presName="childTextBox" presStyleLbl="fgAccFollowNode1" presStyleIdx="2" presStyleCnt="3">
        <dgm:presLayoutVars>
          <dgm:bulletEnabled val="1"/>
        </dgm:presLayoutVars>
      </dgm:prSet>
      <dgm:spPr/>
    </dgm:pt>
    <dgm:pt modelId="{62DD800F-7F89-4E09-83A6-8311C2DA5BF5}" type="pres">
      <dgm:prSet presAssocID="{DFFE9283-622E-47C2-9F3F-88FF45C727DB}" presName="sp" presStyleCnt="0"/>
      <dgm:spPr/>
    </dgm:pt>
    <dgm:pt modelId="{F713D705-3535-4F65-9ED0-855A30162026}" type="pres">
      <dgm:prSet presAssocID="{043890A8-8946-4D5E-ABAA-41475222DEBB}" presName="arrowAndChildren" presStyleCnt="0"/>
      <dgm:spPr/>
    </dgm:pt>
    <dgm:pt modelId="{BF9DAC8C-4EEA-4A19-971D-CC3234422FEE}" type="pres">
      <dgm:prSet presAssocID="{043890A8-8946-4D5E-ABAA-41475222DEBB}" presName="parentTextArrow" presStyleLbl="node1" presStyleIdx="1" presStyleCnt="2"/>
      <dgm:spPr/>
    </dgm:pt>
  </dgm:ptLst>
  <dgm:cxnLst>
    <dgm:cxn modelId="{D9FB2005-7E06-4A1C-B386-680D5207A3AF}" srcId="{5570A9F0-CB81-4244-BD02-80A1B6F08F89}" destId="{2123F940-A3B1-4A96-A9E3-7B4C89BE92AF}" srcOrd="1" destOrd="0" parTransId="{A74936C7-4416-4444-B6B3-613D1A1AEE4E}" sibTransId="{CC07221A-7B24-478E-81A4-D3B07E8ED2CB}"/>
    <dgm:cxn modelId="{0DDCCE07-6E03-427D-B5EF-C724EF720542}" srcId="{EFFE0F85-CC11-4EA6-837A-53C53983345B}" destId="{5570A9F0-CB81-4244-BD02-80A1B6F08F89}" srcOrd="1" destOrd="0" parTransId="{A99BD3E0-5A79-4AF9-A7C8-E729D2FEB5D5}" sibTransId="{DD64C5B7-4D2A-4222-8EB0-5A407359C85E}"/>
    <dgm:cxn modelId="{7865EF0A-948F-4F5F-AAEE-913875289E57}" type="presOf" srcId="{5570A9F0-CB81-4244-BD02-80A1B6F08F89}" destId="{7FC58E6C-5FE0-4049-A634-E345D1E73B91}" srcOrd="1" destOrd="0" presId="urn:microsoft.com/office/officeart/2005/8/layout/process4"/>
    <dgm:cxn modelId="{C3C0780C-7F28-430E-B325-3AACED30B35A}" type="presOf" srcId="{2123F940-A3B1-4A96-A9E3-7B4C89BE92AF}" destId="{0ED4F82E-BA5F-4F23-A3B0-9DDE01ECE874}" srcOrd="0" destOrd="0" presId="urn:microsoft.com/office/officeart/2005/8/layout/process4"/>
    <dgm:cxn modelId="{4972AB39-0BE4-47EA-A6CC-20D294B97CC0}" srcId="{5570A9F0-CB81-4244-BD02-80A1B6F08F89}" destId="{3B5EACE1-2158-4938-8388-F57E1A743B0F}" srcOrd="0" destOrd="0" parTransId="{9C16277B-A7D0-4C91-AFF6-41507822F98E}" sibTransId="{4FF57476-F30C-4CC4-A527-7B8194F3F2C9}"/>
    <dgm:cxn modelId="{4F511E69-22F6-492F-894A-ADF3E7C7269F}" type="presOf" srcId="{59F9937A-8D10-42A6-A81A-88850D1ECD8F}" destId="{CA91941F-1ED1-45DF-B4DB-7A724B3F4690}" srcOrd="0" destOrd="0" presId="urn:microsoft.com/office/officeart/2005/8/layout/process4"/>
    <dgm:cxn modelId="{23118AAA-2D03-4C14-89BB-D3B70BE2DCAE}" srcId="{5570A9F0-CB81-4244-BD02-80A1B6F08F89}" destId="{59F9937A-8D10-42A6-A81A-88850D1ECD8F}" srcOrd="2" destOrd="0" parTransId="{00DD26AA-7E72-47AF-991D-E281363CF7B1}" sibTransId="{40A65D59-7B14-481B-AC13-B44E18F6A63A}"/>
    <dgm:cxn modelId="{3D6B22AD-BEFD-4FF4-8FA1-25964F3F194B}" type="presOf" srcId="{3B5EACE1-2158-4938-8388-F57E1A743B0F}" destId="{E561DE2A-7BDE-42DA-9589-35ADCC389EA7}" srcOrd="0" destOrd="0" presId="urn:microsoft.com/office/officeart/2005/8/layout/process4"/>
    <dgm:cxn modelId="{8A3A08C6-0731-4832-8259-D8F96539ED26}" type="presOf" srcId="{5570A9F0-CB81-4244-BD02-80A1B6F08F89}" destId="{7BD96F12-E6E8-4D7B-BE0F-CFD0495F72D9}" srcOrd="0" destOrd="0" presId="urn:microsoft.com/office/officeart/2005/8/layout/process4"/>
    <dgm:cxn modelId="{6C250BE7-5FB3-417A-9BF0-E61C0B48A980}" type="presOf" srcId="{EFFE0F85-CC11-4EA6-837A-53C53983345B}" destId="{F8BABA92-2C45-4455-8B56-867A3E5AAB55}" srcOrd="0" destOrd="0" presId="urn:microsoft.com/office/officeart/2005/8/layout/process4"/>
    <dgm:cxn modelId="{9BB581F6-C315-4428-A83B-66E85D6CE8F8}" type="presOf" srcId="{043890A8-8946-4D5E-ABAA-41475222DEBB}" destId="{BF9DAC8C-4EEA-4A19-971D-CC3234422FEE}" srcOrd="0" destOrd="0" presId="urn:microsoft.com/office/officeart/2005/8/layout/process4"/>
    <dgm:cxn modelId="{A7ADAEF6-0F60-499B-9A28-4B64CDDA16DD}" srcId="{EFFE0F85-CC11-4EA6-837A-53C53983345B}" destId="{043890A8-8946-4D5E-ABAA-41475222DEBB}" srcOrd="0" destOrd="0" parTransId="{48AF9663-FF68-4DEF-8E46-44AEF1B3A065}" sibTransId="{DFFE9283-622E-47C2-9F3F-88FF45C727DB}"/>
    <dgm:cxn modelId="{27E98BBF-429A-4DDA-B43E-7F7079E89CA2}" type="presParOf" srcId="{F8BABA92-2C45-4455-8B56-867A3E5AAB55}" destId="{D2A4BDC6-075A-4770-ADDA-E90E09BAA0D6}" srcOrd="0" destOrd="0" presId="urn:microsoft.com/office/officeart/2005/8/layout/process4"/>
    <dgm:cxn modelId="{63B168CD-3C67-4F74-85B4-78A471E4F3B6}" type="presParOf" srcId="{D2A4BDC6-075A-4770-ADDA-E90E09BAA0D6}" destId="{7BD96F12-E6E8-4D7B-BE0F-CFD0495F72D9}" srcOrd="0" destOrd="0" presId="urn:microsoft.com/office/officeart/2005/8/layout/process4"/>
    <dgm:cxn modelId="{7953E1DA-422B-49F4-BFEB-840751CEAD1A}" type="presParOf" srcId="{D2A4BDC6-075A-4770-ADDA-E90E09BAA0D6}" destId="{7FC58E6C-5FE0-4049-A634-E345D1E73B91}" srcOrd="1" destOrd="0" presId="urn:microsoft.com/office/officeart/2005/8/layout/process4"/>
    <dgm:cxn modelId="{16E12101-4BCF-4DE4-8163-81D33FAB63AB}" type="presParOf" srcId="{D2A4BDC6-075A-4770-ADDA-E90E09BAA0D6}" destId="{FCDD9D7D-8FD2-4E26-9946-A3009F4C601A}" srcOrd="2" destOrd="0" presId="urn:microsoft.com/office/officeart/2005/8/layout/process4"/>
    <dgm:cxn modelId="{8938E51C-AF64-46AF-8DF6-17C46C83DA53}" type="presParOf" srcId="{FCDD9D7D-8FD2-4E26-9946-A3009F4C601A}" destId="{E561DE2A-7BDE-42DA-9589-35ADCC389EA7}" srcOrd="0" destOrd="0" presId="urn:microsoft.com/office/officeart/2005/8/layout/process4"/>
    <dgm:cxn modelId="{CC4C9903-EF52-4350-A2EA-089848BEBC06}" type="presParOf" srcId="{FCDD9D7D-8FD2-4E26-9946-A3009F4C601A}" destId="{0ED4F82E-BA5F-4F23-A3B0-9DDE01ECE874}" srcOrd="1" destOrd="0" presId="urn:microsoft.com/office/officeart/2005/8/layout/process4"/>
    <dgm:cxn modelId="{AADE51D5-960B-4A88-A78D-977B538805E5}" type="presParOf" srcId="{FCDD9D7D-8FD2-4E26-9946-A3009F4C601A}" destId="{CA91941F-1ED1-45DF-B4DB-7A724B3F4690}" srcOrd="2" destOrd="0" presId="urn:microsoft.com/office/officeart/2005/8/layout/process4"/>
    <dgm:cxn modelId="{BC01878F-9A0A-4C53-8A7E-B4644439F6E9}" type="presParOf" srcId="{F8BABA92-2C45-4455-8B56-867A3E5AAB55}" destId="{62DD800F-7F89-4E09-83A6-8311C2DA5BF5}" srcOrd="1" destOrd="0" presId="urn:microsoft.com/office/officeart/2005/8/layout/process4"/>
    <dgm:cxn modelId="{9077304D-A874-4385-9C57-707F15E9DA5C}" type="presParOf" srcId="{F8BABA92-2C45-4455-8B56-867A3E5AAB55}" destId="{F713D705-3535-4F65-9ED0-855A30162026}" srcOrd="2" destOrd="0" presId="urn:microsoft.com/office/officeart/2005/8/layout/process4"/>
    <dgm:cxn modelId="{A70B4158-BD35-4808-AB25-E9BAE5F9FEC0}" type="presParOf" srcId="{F713D705-3535-4F65-9ED0-855A30162026}" destId="{BF9DAC8C-4EEA-4A19-971D-CC3234422FE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49A620-FD90-4470-BBFB-397783FDEF2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C875E1-DEA8-4520-9E9E-3CBAAB6C127F}">
      <dgm:prSet/>
      <dgm:spPr/>
      <dgm:t>
        <a:bodyPr/>
        <a:lstStyle/>
        <a:p>
          <a:r>
            <a:rPr lang="en-GB" b="1"/>
            <a:t>Missing Data:</a:t>
          </a:r>
          <a:endParaRPr lang="en-US"/>
        </a:p>
      </dgm:t>
    </dgm:pt>
    <dgm:pt modelId="{E8CE731B-6861-4167-9E9C-B9DBB6BF2FCB}" type="parTrans" cxnId="{C9787E9D-9973-4906-BDF3-CE800DB13CE1}">
      <dgm:prSet/>
      <dgm:spPr/>
      <dgm:t>
        <a:bodyPr/>
        <a:lstStyle/>
        <a:p>
          <a:endParaRPr lang="en-US"/>
        </a:p>
      </dgm:t>
    </dgm:pt>
    <dgm:pt modelId="{03002392-9A24-492E-866E-8714F39EF6C8}" type="sibTrans" cxnId="{C9787E9D-9973-4906-BDF3-CE800DB13CE1}">
      <dgm:prSet/>
      <dgm:spPr/>
      <dgm:t>
        <a:bodyPr/>
        <a:lstStyle/>
        <a:p>
          <a:endParaRPr lang="en-US"/>
        </a:p>
      </dgm:t>
    </dgm:pt>
    <dgm:pt modelId="{F612E58E-DB92-4498-BBAF-D411DBBD71AC}">
      <dgm:prSet/>
      <dgm:spPr/>
      <dgm:t>
        <a:bodyPr/>
        <a:lstStyle/>
        <a:p>
          <a:r>
            <a:rPr lang="en-GB" b="1"/>
            <a:t>0 missing values</a:t>
          </a:r>
          <a:r>
            <a:rPr lang="en-GB"/>
            <a:t> were found the dataset</a:t>
          </a:r>
          <a:r>
            <a:rPr lang="en-GB">
              <a:latin typeface="Aptos Display" panose="020F0302020204030204"/>
            </a:rPr>
            <a:t>.</a:t>
          </a:r>
          <a:endParaRPr lang="en-US"/>
        </a:p>
      </dgm:t>
    </dgm:pt>
    <dgm:pt modelId="{54BB71C9-82E3-4540-8C7A-00509741F6FB}" type="parTrans" cxnId="{0B32ED06-1CB1-40FB-A0E8-0A7D659094DA}">
      <dgm:prSet/>
      <dgm:spPr/>
      <dgm:t>
        <a:bodyPr/>
        <a:lstStyle/>
        <a:p>
          <a:endParaRPr lang="en-US"/>
        </a:p>
      </dgm:t>
    </dgm:pt>
    <dgm:pt modelId="{F07CBAF4-C757-48A7-B557-1A88C23472B3}" type="sibTrans" cxnId="{0B32ED06-1CB1-40FB-A0E8-0A7D659094DA}">
      <dgm:prSet/>
      <dgm:spPr/>
      <dgm:t>
        <a:bodyPr/>
        <a:lstStyle/>
        <a:p>
          <a:endParaRPr lang="en-US"/>
        </a:p>
      </dgm:t>
    </dgm:pt>
    <dgm:pt modelId="{C855EEFA-E269-4042-AE84-3397CBE080F7}">
      <dgm:prSet/>
      <dgm:spPr/>
      <dgm:t>
        <a:bodyPr/>
        <a:lstStyle/>
        <a:p>
          <a:r>
            <a:rPr lang="en-GB" b="1"/>
            <a:t>Encoding:</a:t>
          </a:r>
          <a:endParaRPr lang="en-US"/>
        </a:p>
      </dgm:t>
    </dgm:pt>
    <dgm:pt modelId="{8D742CDA-AE18-45B7-B5DE-38E0F8492617}" type="parTrans" cxnId="{3712BC8C-A760-4713-AE82-38D3B01EAAC4}">
      <dgm:prSet/>
      <dgm:spPr/>
      <dgm:t>
        <a:bodyPr/>
        <a:lstStyle/>
        <a:p>
          <a:endParaRPr lang="en-US"/>
        </a:p>
      </dgm:t>
    </dgm:pt>
    <dgm:pt modelId="{19BDC25F-C042-4F51-828F-2D544AD5D319}" type="sibTrans" cxnId="{3712BC8C-A760-4713-AE82-38D3B01EAAC4}">
      <dgm:prSet/>
      <dgm:spPr/>
      <dgm:t>
        <a:bodyPr/>
        <a:lstStyle/>
        <a:p>
          <a:endParaRPr lang="en-US"/>
        </a:p>
      </dgm:t>
    </dgm:pt>
    <dgm:pt modelId="{2E7FBEEE-5567-4AB5-8DAA-751E79745AE2}">
      <dgm:prSet/>
      <dgm:spPr/>
      <dgm:t>
        <a:bodyPr/>
        <a:lstStyle/>
        <a:p>
          <a:r>
            <a:rPr lang="en-GB" b="1"/>
            <a:t>Label Encoding</a:t>
          </a:r>
          <a:r>
            <a:rPr lang="en-GB"/>
            <a:t> was used for </a:t>
          </a:r>
          <a:r>
            <a:rPr lang="en-GB" b="1"/>
            <a:t>binary</a:t>
          </a:r>
          <a:r>
            <a:rPr lang="en-GB"/>
            <a:t> values (e.g. </a:t>
          </a:r>
          <a:r>
            <a:rPr lang="en-GB" b="1"/>
            <a:t>sex</a:t>
          </a:r>
          <a:r>
            <a:rPr lang="en-GB"/>
            <a:t>, </a:t>
          </a:r>
          <a:r>
            <a:rPr lang="en-GB" b="1"/>
            <a:t>smoker</a:t>
          </a:r>
          <a:r>
            <a:rPr lang="en-GB"/>
            <a:t>).</a:t>
          </a:r>
          <a:endParaRPr lang="en-US"/>
        </a:p>
      </dgm:t>
    </dgm:pt>
    <dgm:pt modelId="{686FE3B7-389A-43DE-B651-A0F35AE1B9A7}" type="parTrans" cxnId="{0AD5A05B-EAC5-436F-9851-C6A9F823F958}">
      <dgm:prSet/>
      <dgm:spPr/>
      <dgm:t>
        <a:bodyPr/>
        <a:lstStyle/>
        <a:p>
          <a:endParaRPr lang="en-US"/>
        </a:p>
      </dgm:t>
    </dgm:pt>
    <dgm:pt modelId="{9AFB8790-6815-4698-882B-8354A74E6552}" type="sibTrans" cxnId="{0AD5A05B-EAC5-436F-9851-C6A9F823F958}">
      <dgm:prSet/>
      <dgm:spPr/>
      <dgm:t>
        <a:bodyPr/>
        <a:lstStyle/>
        <a:p>
          <a:endParaRPr lang="en-US"/>
        </a:p>
      </dgm:t>
    </dgm:pt>
    <dgm:pt modelId="{D41FC38F-F793-407B-BAA7-1E3AEC500243}">
      <dgm:prSet/>
      <dgm:spPr/>
      <dgm:t>
        <a:bodyPr/>
        <a:lstStyle/>
        <a:p>
          <a:r>
            <a:rPr lang="en-GB" b="1"/>
            <a:t>One-Hot Encoding </a:t>
          </a:r>
          <a:r>
            <a:rPr lang="en-GB"/>
            <a:t>was used for </a:t>
          </a:r>
          <a:r>
            <a:rPr lang="en-GB" b="1"/>
            <a:t>nominal</a:t>
          </a:r>
          <a:r>
            <a:rPr lang="en-GB"/>
            <a:t> values (e.g. </a:t>
          </a:r>
          <a:r>
            <a:rPr lang="en-GB" b="1"/>
            <a:t>region</a:t>
          </a:r>
          <a:r>
            <a:rPr lang="en-GB"/>
            <a:t>).</a:t>
          </a:r>
          <a:endParaRPr lang="en-US"/>
        </a:p>
      </dgm:t>
    </dgm:pt>
    <dgm:pt modelId="{3B037BDB-1FF2-427A-B607-3F759E172294}" type="parTrans" cxnId="{58AD0915-281C-4ABC-8C33-A661D8CEF487}">
      <dgm:prSet/>
      <dgm:spPr/>
      <dgm:t>
        <a:bodyPr/>
        <a:lstStyle/>
        <a:p>
          <a:endParaRPr lang="en-US"/>
        </a:p>
      </dgm:t>
    </dgm:pt>
    <dgm:pt modelId="{D3E07D27-0F64-402A-B35E-563CB2CDCAB6}" type="sibTrans" cxnId="{58AD0915-281C-4ABC-8C33-A661D8CEF487}">
      <dgm:prSet/>
      <dgm:spPr/>
      <dgm:t>
        <a:bodyPr/>
        <a:lstStyle/>
        <a:p>
          <a:endParaRPr lang="en-US"/>
        </a:p>
      </dgm:t>
    </dgm:pt>
    <dgm:pt modelId="{D1340DE3-A622-4D85-8E19-A5569CB624EA}">
      <dgm:prSet/>
      <dgm:spPr/>
      <dgm:t>
        <a:bodyPr/>
        <a:lstStyle/>
        <a:p>
          <a:r>
            <a:rPr lang="en-GB" b="1"/>
            <a:t>Outlier Treatment:</a:t>
          </a:r>
          <a:endParaRPr lang="en-US"/>
        </a:p>
      </dgm:t>
    </dgm:pt>
    <dgm:pt modelId="{F82778F3-0E19-417C-9221-7B183059DDC2}" type="parTrans" cxnId="{7F05899E-2C77-4720-AE8E-BA7DE44A6B16}">
      <dgm:prSet/>
      <dgm:spPr/>
      <dgm:t>
        <a:bodyPr/>
        <a:lstStyle/>
        <a:p>
          <a:endParaRPr lang="en-US"/>
        </a:p>
      </dgm:t>
    </dgm:pt>
    <dgm:pt modelId="{1D9E96E1-A021-49A7-BB11-4750A75B57C5}" type="sibTrans" cxnId="{7F05899E-2C77-4720-AE8E-BA7DE44A6B16}">
      <dgm:prSet/>
      <dgm:spPr/>
      <dgm:t>
        <a:bodyPr/>
        <a:lstStyle/>
        <a:p>
          <a:endParaRPr lang="en-US"/>
        </a:p>
      </dgm:t>
    </dgm:pt>
    <dgm:pt modelId="{0772B276-FD8B-4A7A-8BED-FDCE99109E25}">
      <dgm:prSet/>
      <dgm:spPr/>
      <dgm:t>
        <a:bodyPr/>
        <a:lstStyle/>
        <a:p>
          <a:r>
            <a:rPr lang="en-GB"/>
            <a:t>The </a:t>
          </a:r>
          <a:r>
            <a:rPr lang="en-GB" b="1"/>
            <a:t>IQR Method</a:t>
          </a:r>
          <a:r>
            <a:rPr lang="en-GB"/>
            <a:t> was used to </a:t>
          </a:r>
          <a:r>
            <a:rPr lang="en-GB" b="1"/>
            <a:t>identify extreme values.</a:t>
          </a:r>
          <a:endParaRPr lang="en-US"/>
        </a:p>
      </dgm:t>
    </dgm:pt>
    <dgm:pt modelId="{8BA548B6-E445-46F6-B4AE-9E552C151073}" type="parTrans" cxnId="{F7889570-9D30-4CEF-A0DA-F029B9816A56}">
      <dgm:prSet/>
      <dgm:spPr/>
      <dgm:t>
        <a:bodyPr/>
        <a:lstStyle/>
        <a:p>
          <a:endParaRPr lang="en-US"/>
        </a:p>
      </dgm:t>
    </dgm:pt>
    <dgm:pt modelId="{826D0E69-863E-4B8C-89D2-C2CACFEDFE5A}" type="sibTrans" cxnId="{F7889570-9D30-4CEF-A0DA-F029B9816A56}">
      <dgm:prSet/>
      <dgm:spPr/>
      <dgm:t>
        <a:bodyPr/>
        <a:lstStyle/>
        <a:p>
          <a:endParaRPr lang="en-US"/>
        </a:p>
      </dgm:t>
    </dgm:pt>
    <dgm:pt modelId="{5AAE432F-8C4D-4774-AE58-DF6F785E6E65}">
      <dgm:prSet/>
      <dgm:spPr/>
      <dgm:t>
        <a:bodyPr/>
        <a:lstStyle/>
        <a:p>
          <a:r>
            <a:rPr lang="en-GB" b="1"/>
            <a:t>Capping</a:t>
          </a:r>
          <a:r>
            <a:rPr lang="en-GB"/>
            <a:t> was chosen instead of deletion to</a:t>
          </a:r>
          <a:r>
            <a:rPr lang="en-GB" b="1"/>
            <a:t> </a:t>
          </a:r>
          <a:r>
            <a:rPr lang="en-GB" b="1">
              <a:latin typeface="Aptos Display" panose="020F0302020204030204"/>
            </a:rPr>
            <a:t>retain</a:t>
          </a:r>
          <a:r>
            <a:rPr lang="en-GB" b="1"/>
            <a:t> 100%</a:t>
          </a:r>
          <a:r>
            <a:rPr lang="en-GB"/>
            <a:t> of the </a:t>
          </a:r>
          <a:r>
            <a:rPr lang="en-GB" b="1"/>
            <a:t>valuable data.</a:t>
          </a:r>
          <a:endParaRPr lang="en-US"/>
        </a:p>
      </dgm:t>
    </dgm:pt>
    <dgm:pt modelId="{9FB80606-465D-462F-8AE0-54FF198271B4}" type="parTrans" cxnId="{D2797AD4-F9EA-4F02-8CB1-8EBC6D52F216}">
      <dgm:prSet/>
      <dgm:spPr/>
      <dgm:t>
        <a:bodyPr/>
        <a:lstStyle/>
        <a:p>
          <a:endParaRPr lang="en-US"/>
        </a:p>
      </dgm:t>
    </dgm:pt>
    <dgm:pt modelId="{EA06DD36-1A26-46B3-BAC8-0BF0B296AE12}" type="sibTrans" cxnId="{D2797AD4-F9EA-4F02-8CB1-8EBC6D52F216}">
      <dgm:prSet/>
      <dgm:spPr/>
      <dgm:t>
        <a:bodyPr/>
        <a:lstStyle/>
        <a:p>
          <a:endParaRPr lang="en-US"/>
        </a:p>
      </dgm:t>
    </dgm:pt>
    <dgm:pt modelId="{E5F1BB1C-EC0A-4350-A17E-EE43AE05355F}">
      <dgm:prSet/>
      <dgm:spPr/>
      <dgm:t>
        <a:bodyPr/>
        <a:lstStyle/>
        <a:p>
          <a:r>
            <a:rPr lang="en-GB" b="1"/>
            <a:t>Standardization:</a:t>
          </a:r>
          <a:endParaRPr lang="en-US"/>
        </a:p>
      </dgm:t>
    </dgm:pt>
    <dgm:pt modelId="{29F713DA-762B-4D55-9CD8-B8155A7A7A7F}" type="parTrans" cxnId="{2057584E-4250-4900-8366-8FB0E2F18381}">
      <dgm:prSet/>
      <dgm:spPr/>
      <dgm:t>
        <a:bodyPr/>
        <a:lstStyle/>
        <a:p>
          <a:endParaRPr lang="en-US"/>
        </a:p>
      </dgm:t>
    </dgm:pt>
    <dgm:pt modelId="{DED26F5B-C912-492C-B646-6524EFA806A9}" type="sibTrans" cxnId="{2057584E-4250-4900-8366-8FB0E2F18381}">
      <dgm:prSet/>
      <dgm:spPr/>
      <dgm:t>
        <a:bodyPr/>
        <a:lstStyle/>
        <a:p>
          <a:endParaRPr lang="en-US"/>
        </a:p>
      </dgm:t>
    </dgm:pt>
    <dgm:pt modelId="{F9C734D5-D0E9-46E1-9B08-7674404D62F7}">
      <dgm:prSet/>
      <dgm:spPr/>
      <dgm:t>
        <a:bodyPr/>
        <a:lstStyle/>
        <a:p>
          <a:r>
            <a:rPr lang="en-GB" b="1" err="1"/>
            <a:t>StandardScaler</a:t>
          </a:r>
          <a:r>
            <a:rPr lang="en-GB"/>
            <a:t> was used to ensure that the </a:t>
          </a:r>
          <a:r>
            <a:rPr lang="en-GB" b="1"/>
            <a:t>age</a:t>
          </a:r>
          <a:r>
            <a:rPr lang="en-GB"/>
            <a:t> and </a:t>
          </a:r>
          <a:r>
            <a:rPr lang="en-GB" b="1"/>
            <a:t>BMI</a:t>
          </a:r>
          <a:r>
            <a:rPr lang="en-GB"/>
            <a:t> features have a </a:t>
          </a:r>
          <a:r>
            <a:rPr lang="en-GB" b="1"/>
            <a:t>zero mean</a:t>
          </a:r>
          <a:r>
            <a:rPr lang="en-GB"/>
            <a:t> and </a:t>
          </a:r>
          <a:r>
            <a:rPr lang="en-GB" b="1"/>
            <a:t>unit variance</a:t>
          </a:r>
          <a:r>
            <a:rPr lang="en-GB" b="1">
              <a:latin typeface="Aptos Display" panose="020F0302020204030204"/>
            </a:rPr>
            <a:t>.</a:t>
          </a:r>
          <a:endParaRPr lang="en-US"/>
        </a:p>
      </dgm:t>
    </dgm:pt>
    <dgm:pt modelId="{DC67FC69-2932-43F6-9380-14D13185F9AB}" type="parTrans" cxnId="{452CC302-3E17-47D5-A781-0CF1E4BD39A5}">
      <dgm:prSet/>
      <dgm:spPr/>
      <dgm:t>
        <a:bodyPr/>
        <a:lstStyle/>
        <a:p>
          <a:endParaRPr lang="en-US"/>
        </a:p>
      </dgm:t>
    </dgm:pt>
    <dgm:pt modelId="{415AC753-D526-405F-93AA-89AB03706BF5}" type="sibTrans" cxnId="{452CC302-3E17-47D5-A781-0CF1E4BD39A5}">
      <dgm:prSet/>
      <dgm:spPr/>
      <dgm:t>
        <a:bodyPr/>
        <a:lstStyle/>
        <a:p>
          <a:endParaRPr lang="en-US"/>
        </a:p>
      </dgm:t>
    </dgm:pt>
    <dgm:pt modelId="{CAE63EF5-5FBE-4F56-BAA8-7DCDF5BB8E54}">
      <dgm:prSet/>
      <dgm:spPr/>
      <dgm:t>
        <a:bodyPr/>
        <a:lstStyle/>
        <a:p>
          <a:pPr rtl="0"/>
          <a:r>
            <a:rPr lang="en-GB" b="1">
              <a:latin typeface="Aptos Display" panose="020F0302020204030204"/>
            </a:rPr>
            <a:t>Enhance</a:t>
          </a:r>
          <a:r>
            <a:rPr lang="en-GB" b="1"/>
            <a:t> the performance</a:t>
          </a:r>
          <a:r>
            <a:rPr lang="en-GB" b="0">
              <a:latin typeface="Aptos Display" panose="020F0302020204030204"/>
            </a:rPr>
            <a:t> of machine learning models.</a:t>
          </a:r>
          <a:endParaRPr lang="en-GB" b="0"/>
        </a:p>
      </dgm:t>
    </dgm:pt>
    <dgm:pt modelId="{816951E6-E825-4224-8082-716FEAE94201}" type="parTrans" cxnId="{0DB7EE57-2FDC-4E2C-97BB-0E126A68B438}">
      <dgm:prSet/>
      <dgm:spPr/>
      <dgm:t>
        <a:bodyPr/>
        <a:lstStyle/>
        <a:p>
          <a:endParaRPr lang="en-US"/>
        </a:p>
      </dgm:t>
    </dgm:pt>
    <dgm:pt modelId="{45FB8929-7C39-42C4-8FE2-F59666664AF4}" type="sibTrans" cxnId="{0DB7EE57-2FDC-4E2C-97BB-0E126A68B438}">
      <dgm:prSet/>
      <dgm:spPr/>
      <dgm:t>
        <a:bodyPr/>
        <a:lstStyle/>
        <a:p>
          <a:endParaRPr lang="en-US"/>
        </a:p>
      </dgm:t>
    </dgm:pt>
    <dgm:pt modelId="{228DEA9D-F7F0-44EC-A67C-B51210E04706}" type="pres">
      <dgm:prSet presAssocID="{1B49A620-FD90-4470-BBFB-397783FDEF23}" presName="linear" presStyleCnt="0">
        <dgm:presLayoutVars>
          <dgm:dir/>
          <dgm:animLvl val="lvl"/>
          <dgm:resizeHandles val="exact"/>
        </dgm:presLayoutVars>
      </dgm:prSet>
      <dgm:spPr/>
    </dgm:pt>
    <dgm:pt modelId="{12F058C8-78FB-408D-8A11-63166BE0FF93}" type="pres">
      <dgm:prSet presAssocID="{B2C875E1-DEA8-4520-9E9E-3CBAAB6C127F}" presName="parentLin" presStyleCnt="0"/>
      <dgm:spPr/>
    </dgm:pt>
    <dgm:pt modelId="{80559679-9658-4125-BB85-533FEAF61520}" type="pres">
      <dgm:prSet presAssocID="{B2C875E1-DEA8-4520-9E9E-3CBAAB6C127F}" presName="parentLeftMargin" presStyleLbl="node1" presStyleIdx="0" presStyleCnt="4"/>
      <dgm:spPr/>
    </dgm:pt>
    <dgm:pt modelId="{297BD726-F328-4165-A212-83CF5EA98313}" type="pres">
      <dgm:prSet presAssocID="{B2C875E1-DEA8-4520-9E9E-3CBAAB6C127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8DE0FE-8086-4F25-AFC0-A91C4340534C}" type="pres">
      <dgm:prSet presAssocID="{B2C875E1-DEA8-4520-9E9E-3CBAAB6C127F}" presName="negativeSpace" presStyleCnt="0"/>
      <dgm:spPr/>
    </dgm:pt>
    <dgm:pt modelId="{BED31DEF-F27E-4AAB-B52C-4530929F87E7}" type="pres">
      <dgm:prSet presAssocID="{B2C875E1-DEA8-4520-9E9E-3CBAAB6C127F}" presName="childText" presStyleLbl="conFgAcc1" presStyleIdx="0" presStyleCnt="4">
        <dgm:presLayoutVars>
          <dgm:bulletEnabled val="1"/>
        </dgm:presLayoutVars>
      </dgm:prSet>
      <dgm:spPr/>
    </dgm:pt>
    <dgm:pt modelId="{FF274E1E-3467-4DD5-89BD-43F72CBD7E5B}" type="pres">
      <dgm:prSet presAssocID="{03002392-9A24-492E-866E-8714F39EF6C8}" presName="spaceBetweenRectangles" presStyleCnt="0"/>
      <dgm:spPr/>
    </dgm:pt>
    <dgm:pt modelId="{CF2B1A2F-86EA-42CA-9CE0-8414339BD913}" type="pres">
      <dgm:prSet presAssocID="{C855EEFA-E269-4042-AE84-3397CBE080F7}" presName="parentLin" presStyleCnt="0"/>
      <dgm:spPr/>
    </dgm:pt>
    <dgm:pt modelId="{8AB3FEFB-187E-43EA-A99D-5C6575E1CD34}" type="pres">
      <dgm:prSet presAssocID="{C855EEFA-E269-4042-AE84-3397CBE080F7}" presName="parentLeftMargin" presStyleLbl="node1" presStyleIdx="0" presStyleCnt="4"/>
      <dgm:spPr/>
    </dgm:pt>
    <dgm:pt modelId="{623E2760-D629-4CC4-BDCB-9E73A902EA7D}" type="pres">
      <dgm:prSet presAssocID="{C855EEFA-E269-4042-AE84-3397CBE080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C254DF-D855-421F-90EB-F339232B4511}" type="pres">
      <dgm:prSet presAssocID="{C855EEFA-E269-4042-AE84-3397CBE080F7}" presName="negativeSpace" presStyleCnt="0"/>
      <dgm:spPr/>
    </dgm:pt>
    <dgm:pt modelId="{9E1616F5-D2BC-4C16-B9F5-73A840403CF8}" type="pres">
      <dgm:prSet presAssocID="{C855EEFA-E269-4042-AE84-3397CBE080F7}" presName="childText" presStyleLbl="conFgAcc1" presStyleIdx="1" presStyleCnt="4">
        <dgm:presLayoutVars>
          <dgm:bulletEnabled val="1"/>
        </dgm:presLayoutVars>
      </dgm:prSet>
      <dgm:spPr/>
    </dgm:pt>
    <dgm:pt modelId="{BC1E35AD-2C64-47F5-9825-67CF09493C2A}" type="pres">
      <dgm:prSet presAssocID="{19BDC25F-C042-4F51-828F-2D544AD5D319}" presName="spaceBetweenRectangles" presStyleCnt="0"/>
      <dgm:spPr/>
    </dgm:pt>
    <dgm:pt modelId="{25F8CFD4-7040-4B0B-9D6F-4AD5381C7EEB}" type="pres">
      <dgm:prSet presAssocID="{D1340DE3-A622-4D85-8E19-A5569CB624EA}" presName="parentLin" presStyleCnt="0"/>
      <dgm:spPr/>
    </dgm:pt>
    <dgm:pt modelId="{22276933-E7FC-4BAE-A80B-44B86EC975F8}" type="pres">
      <dgm:prSet presAssocID="{D1340DE3-A622-4D85-8E19-A5569CB624EA}" presName="parentLeftMargin" presStyleLbl="node1" presStyleIdx="1" presStyleCnt="4"/>
      <dgm:spPr/>
    </dgm:pt>
    <dgm:pt modelId="{517FA159-54CB-4655-BE0F-1B1D1076EA9E}" type="pres">
      <dgm:prSet presAssocID="{D1340DE3-A622-4D85-8E19-A5569CB624E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F7575E-244C-40DA-8732-FA13B5B1E23B}" type="pres">
      <dgm:prSet presAssocID="{D1340DE3-A622-4D85-8E19-A5569CB624EA}" presName="negativeSpace" presStyleCnt="0"/>
      <dgm:spPr/>
    </dgm:pt>
    <dgm:pt modelId="{318AB75A-9917-4638-AA76-94D4E7A27496}" type="pres">
      <dgm:prSet presAssocID="{D1340DE3-A622-4D85-8E19-A5569CB624EA}" presName="childText" presStyleLbl="conFgAcc1" presStyleIdx="2" presStyleCnt="4">
        <dgm:presLayoutVars>
          <dgm:bulletEnabled val="1"/>
        </dgm:presLayoutVars>
      </dgm:prSet>
      <dgm:spPr/>
    </dgm:pt>
    <dgm:pt modelId="{BDE07408-AE17-4406-974D-4D033AC1FC8B}" type="pres">
      <dgm:prSet presAssocID="{1D9E96E1-A021-49A7-BB11-4750A75B57C5}" presName="spaceBetweenRectangles" presStyleCnt="0"/>
      <dgm:spPr/>
    </dgm:pt>
    <dgm:pt modelId="{1D623120-AFB1-4ED5-B3B4-6476206534CD}" type="pres">
      <dgm:prSet presAssocID="{E5F1BB1C-EC0A-4350-A17E-EE43AE05355F}" presName="parentLin" presStyleCnt="0"/>
      <dgm:spPr/>
    </dgm:pt>
    <dgm:pt modelId="{27F4A62B-6E01-4463-8B77-FCE5934135C7}" type="pres">
      <dgm:prSet presAssocID="{E5F1BB1C-EC0A-4350-A17E-EE43AE05355F}" presName="parentLeftMargin" presStyleLbl="node1" presStyleIdx="2" presStyleCnt="4"/>
      <dgm:spPr/>
    </dgm:pt>
    <dgm:pt modelId="{EA0AC774-A121-4352-AC10-1C86D7003E00}" type="pres">
      <dgm:prSet presAssocID="{E5F1BB1C-EC0A-4350-A17E-EE43AE05355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5F727DE-8B20-45B5-B337-0164BDCB002A}" type="pres">
      <dgm:prSet presAssocID="{E5F1BB1C-EC0A-4350-A17E-EE43AE05355F}" presName="negativeSpace" presStyleCnt="0"/>
      <dgm:spPr/>
    </dgm:pt>
    <dgm:pt modelId="{3EA4EDAD-64C8-4CA0-9842-E6F15F38361B}" type="pres">
      <dgm:prSet presAssocID="{E5F1BB1C-EC0A-4350-A17E-EE43AE05355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52CC302-3E17-47D5-A781-0CF1E4BD39A5}" srcId="{E5F1BB1C-EC0A-4350-A17E-EE43AE05355F}" destId="{F9C734D5-D0E9-46E1-9B08-7674404D62F7}" srcOrd="0" destOrd="0" parTransId="{DC67FC69-2932-43F6-9380-14D13185F9AB}" sibTransId="{415AC753-D526-405F-93AA-89AB03706BF5}"/>
    <dgm:cxn modelId="{0B32ED06-1CB1-40FB-A0E8-0A7D659094DA}" srcId="{B2C875E1-DEA8-4520-9E9E-3CBAAB6C127F}" destId="{F612E58E-DB92-4498-BBAF-D411DBBD71AC}" srcOrd="0" destOrd="0" parTransId="{54BB71C9-82E3-4540-8C7A-00509741F6FB}" sibTransId="{F07CBAF4-C757-48A7-B557-1A88C23472B3}"/>
    <dgm:cxn modelId="{01CD3D07-B94C-4697-8DBC-65EB18E268E6}" type="presOf" srcId="{B2C875E1-DEA8-4520-9E9E-3CBAAB6C127F}" destId="{80559679-9658-4125-BB85-533FEAF61520}" srcOrd="0" destOrd="0" presId="urn:microsoft.com/office/officeart/2005/8/layout/list1"/>
    <dgm:cxn modelId="{58AD0915-281C-4ABC-8C33-A661D8CEF487}" srcId="{C855EEFA-E269-4042-AE84-3397CBE080F7}" destId="{D41FC38F-F793-407B-BAA7-1E3AEC500243}" srcOrd="1" destOrd="0" parTransId="{3B037BDB-1FF2-427A-B607-3F759E172294}" sibTransId="{D3E07D27-0F64-402A-B35E-563CB2CDCAB6}"/>
    <dgm:cxn modelId="{FB517C20-54E0-4FEB-AD99-67239BD25FCD}" type="presOf" srcId="{D1340DE3-A622-4D85-8E19-A5569CB624EA}" destId="{22276933-E7FC-4BAE-A80B-44B86EC975F8}" srcOrd="0" destOrd="0" presId="urn:microsoft.com/office/officeart/2005/8/layout/list1"/>
    <dgm:cxn modelId="{73E9AF20-2248-4673-8F77-5E37B1B2EFF0}" type="presOf" srcId="{F9C734D5-D0E9-46E1-9B08-7674404D62F7}" destId="{3EA4EDAD-64C8-4CA0-9842-E6F15F38361B}" srcOrd="0" destOrd="0" presId="urn:microsoft.com/office/officeart/2005/8/layout/list1"/>
    <dgm:cxn modelId="{A80B0224-481F-4377-9322-5FFE46A1EE6A}" type="presOf" srcId="{CAE63EF5-5FBE-4F56-BAA8-7DCDF5BB8E54}" destId="{3EA4EDAD-64C8-4CA0-9842-E6F15F38361B}" srcOrd="0" destOrd="1" presId="urn:microsoft.com/office/officeart/2005/8/layout/list1"/>
    <dgm:cxn modelId="{2C8AF129-93EF-4FF7-9B38-126A7E84FB65}" type="presOf" srcId="{1B49A620-FD90-4470-BBFB-397783FDEF23}" destId="{228DEA9D-F7F0-44EC-A67C-B51210E04706}" srcOrd="0" destOrd="0" presId="urn:microsoft.com/office/officeart/2005/8/layout/list1"/>
    <dgm:cxn modelId="{F25AB234-4FB0-4FBB-A65F-BC8B15B87820}" type="presOf" srcId="{F612E58E-DB92-4498-BBAF-D411DBBD71AC}" destId="{BED31DEF-F27E-4AAB-B52C-4530929F87E7}" srcOrd="0" destOrd="0" presId="urn:microsoft.com/office/officeart/2005/8/layout/list1"/>
    <dgm:cxn modelId="{5A867736-98D8-428D-BC97-6B60AE0AC57B}" type="presOf" srcId="{2E7FBEEE-5567-4AB5-8DAA-751E79745AE2}" destId="{9E1616F5-D2BC-4C16-B9F5-73A840403CF8}" srcOrd="0" destOrd="0" presId="urn:microsoft.com/office/officeart/2005/8/layout/list1"/>
    <dgm:cxn modelId="{0AD5A05B-EAC5-436F-9851-C6A9F823F958}" srcId="{C855EEFA-E269-4042-AE84-3397CBE080F7}" destId="{2E7FBEEE-5567-4AB5-8DAA-751E79745AE2}" srcOrd="0" destOrd="0" parTransId="{686FE3B7-389A-43DE-B651-A0F35AE1B9A7}" sibTransId="{9AFB8790-6815-4698-882B-8354A74E6552}"/>
    <dgm:cxn modelId="{2057584E-4250-4900-8366-8FB0E2F18381}" srcId="{1B49A620-FD90-4470-BBFB-397783FDEF23}" destId="{E5F1BB1C-EC0A-4350-A17E-EE43AE05355F}" srcOrd="3" destOrd="0" parTransId="{29F713DA-762B-4D55-9CD8-B8155A7A7A7F}" sibTransId="{DED26F5B-C912-492C-B646-6524EFA806A9}"/>
    <dgm:cxn modelId="{EBB77E6F-03AD-4E1E-9828-5E135C29A736}" type="presOf" srcId="{0772B276-FD8B-4A7A-8BED-FDCE99109E25}" destId="{318AB75A-9917-4638-AA76-94D4E7A27496}" srcOrd="0" destOrd="0" presId="urn:microsoft.com/office/officeart/2005/8/layout/list1"/>
    <dgm:cxn modelId="{F7889570-9D30-4CEF-A0DA-F029B9816A56}" srcId="{D1340DE3-A622-4D85-8E19-A5569CB624EA}" destId="{0772B276-FD8B-4A7A-8BED-FDCE99109E25}" srcOrd="0" destOrd="0" parTransId="{8BA548B6-E445-46F6-B4AE-9E552C151073}" sibTransId="{826D0E69-863E-4B8C-89D2-C2CACFEDFE5A}"/>
    <dgm:cxn modelId="{0DB7EE57-2FDC-4E2C-97BB-0E126A68B438}" srcId="{F9C734D5-D0E9-46E1-9B08-7674404D62F7}" destId="{CAE63EF5-5FBE-4F56-BAA8-7DCDF5BB8E54}" srcOrd="0" destOrd="0" parTransId="{816951E6-E825-4224-8082-716FEAE94201}" sibTransId="{45FB8929-7C39-42C4-8FE2-F59666664AF4}"/>
    <dgm:cxn modelId="{3712BC8C-A760-4713-AE82-38D3B01EAAC4}" srcId="{1B49A620-FD90-4470-BBFB-397783FDEF23}" destId="{C855EEFA-E269-4042-AE84-3397CBE080F7}" srcOrd="1" destOrd="0" parTransId="{8D742CDA-AE18-45B7-B5DE-38E0F8492617}" sibTransId="{19BDC25F-C042-4F51-828F-2D544AD5D319}"/>
    <dgm:cxn modelId="{1327678E-EBE3-4420-94DE-5130C930A868}" type="presOf" srcId="{E5F1BB1C-EC0A-4350-A17E-EE43AE05355F}" destId="{EA0AC774-A121-4352-AC10-1C86D7003E00}" srcOrd="1" destOrd="0" presId="urn:microsoft.com/office/officeart/2005/8/layout/list1"/>
    <dgm:cxn modelId="{0E379994-0317-4D55-B935-44752A9B6D68}" type="presOf" srcId="{D41FC38F-F793-407B-BAA7-1E3AEC500243}" destId="{9E1616F5-D2BC-4C16-B9F5-73A840403CF8}" srcOrd="0" destOrd="1" presId="urn:microsoft.com/office/officeart/2005/8/layout/list1"/>
    <dgm:cxn modelId="{E508349A-0A4C-48B1-96B3-51DECE919DA6}" type="presOf" srcId="{C855EEFA-E269-4042-AE84-3397CBE080F7}" destId="{623E2760-D629-4CC4-BDCB-9E73A902EA7D}" srcOrd="1" destOrd="0" presId="urn:microsoft.com/office/officeart/2005/8/layout/list1"/>
    <dgm:cxn modelId="{C9787E9D-9973-4906-BDF3-CE800DB13CE1}" srcId="{1B49A620-FD90-4470-BBFB-397783FDEF23}" destId="{B2C875E1-DEA8-4520-9E9E-3CBAAB6C127F}" srcOrd="0" destOrd="0" parTransId="{E8CE731B-6861-4167-9E9C-B9DBB6BF2FCB}" sibTransId="{03002392-9A24-492E-866E-8714F39EF6C8}"/>
    <dgm:cxn modelId="{7F05899E-2C77-4720-AE8E-BA7DE44A6B16}" srcId="{1B49A620-FD90-4470-BBFB-397783FDEF23}" destId="{D1340DE3-A622-4D85-8E19-A5569CB624EA}" srcOrd="2" destOrd="0" parTransId="{F82778F3-0E19-417C-9221-7B183059DDC2}" sibTransId="{1D9E96E1-A021-49A7-BB11-4750A75B57C5}"/>
    <dgm:cxn modelId="{6AC221B3-CE52-4841-8452-FD76DE2F35E3}" type="presOf" srcId="{C855EEFA-E269-4042-AE84-3397CBE080F7}" destId="{8AB3FEFB-187E-43EA-A99D-5C6575E1CD34}" srcOrd="0" destOrd="0" presId="urn:microsoft.com/office/officeart/2005/8/layout/list1"/>
    <dgm:cxn modelId="{74F0C6B8-5E27-4129-98BE-24F1D2D5CC32}" type="presOf" srcId="{5AAE432F-8C4D-4774-AE58-DF6F785E6E65}" destId="{318AB75A-9917-4638-AA76-94D4E7A27496}" srcOrd="0" destOrd="1" presId="urn:microsoft.com/office/officeart/2005/8/layout/list1"/>
    <dgm:cxn modelId="{0DCF6FC7-FE0B-40BC-BAEF-2127D6DFE271}" type="presOf" srcId="{D1340DE3-A622-4D85-8E19-A5569CB624EA}" destId="{517FA159-54CB-4655-BE0F-1B1D1076EA9E}" srcOrd="1" destOrd="0" presId="urn:microsoft.com/office/officeart/2005/8/layout/list1"/>
    <dgm:cxn modelId="{D2797AD4-F9EA-4F02-8CB1-8EBC6D52F216}" srcId="{D1340DE3-A622-4D85-8E19-A5569CB624EA}" destId="{5AAE432F-8C4D-4774-AE58-DF6F785E6E65}" srcOrd="1" destOrd="0" parTransId="{9FB80606-465D-462F-8AE0-54FF198271B4}" sibTransId="{EA06DD36-1A26-46B3-BAC8-0BF0B296AE12}"/>
    <dgm:cxn modelId="{8F1185DD-20CA-4446-8D59-A11E2D835639}" type="presOf" srcId="{B2C875E1-DEA8-4520-9E9E-3CBAAB6C127F}" destId="{297BD726-F328-4165-A212-83CF5EA98313}" srcOrd="1" destOrd="0" presId="urn:microsoft.com/office/officeart/2005/8/layout/list1"/>
    <dgm:cxn modelId="{B8426CF6-7EB1-4931-AD71-080BE883479B}" type="presOf" srcId="{E5F1BB1C-EC0A-4350-A17E-EE43AE05355F}" destId="{27F4A62B-6E01-4463-8B77-FCE5934135C7}" srcOrd="0" destOrd="0" presId="urn:microsoft.com/office/officeart/2005/8/layout/list1"/>
    <dgm:cxn modelId="{184E2B13-1C28-4046-A71C-837BBF15C9F7}" type="presParOf" srcId="{228DEA9D-F7F0-44EC-A67C-B51210E04706}" destId="{12F058C8-78FB-408D-8A11-63166BE0FF93}" srcOrd="0" destOrd="0" presId="urn:microsoft.com/office/officeart/2005/8/layout/list1"/>
    <dgm:cxn modelId="{FEE28EA6-CCFC-4C6E-B19F-7BDB552BE9B7}" type="presParOf" srcId="{12F058C8-78FB-408D-8A11-63166BE0FF93}" destId="{80559679-9658-4125-BB85-533FEAF61520}" srcOrd="0" destOrd="0" presId="urn:microsoft.com/office/officeart/2005/8/layout/list1"/>
    <dgm:cxn modelId="{58D36249-6F67-4752-9943-7F1467EED221}" type="presParOf" srcId="{12F058C8-78FB-408D-8A11-63166BE0FF93}" destId="{297BD726-F328-4165-A212-83CF5EA98313}" srcOrd="1" destOrd="0" presId="urn:microsoft.com/office/officeart/2005/8/layout/list1"/>
    <dgm:cxn modelId="{3B6DF854-3381-46AF-AFC1-83F405158FCD}" type="presParOf" srcId="{228DEA9D-F7F0-44EC-A67C-B51210E04706}" destId="{218DE0FE-8086-4F25-AFC0-A91C4340534C}" srcOrd="1" destOrd="0" presId="urn:microsoft.com/office/officeart/2005/8/layout/list1"/>
    <dgm:cxn modelId="{F132F53E-2E0D-4470-81C7-AD73492A914A}" type="presParOf" srcId="{228DEA9D-F7F0-44EC-A67C-B51210E04706}" destId="{BED31DEF-F27E-4AAB-B52C-4530929F87E7}" srcOrd="2" destOrd="0" presId="urn:microsoft.com/office/officeart/2005/8/layout/list1"/>
    <dgm:cxn modelId="{2326DCED-65C8-4554-9E0C-6692AA731D87}" type="presParOf" srcId="{228DEA9D-F7F0-44EC-A67C-B51210E04706}" destId="{FF274E1E-3467-4DD5-89BD-43F72CBD7E5B}" srcOrd="3" destOrd="0" presId="urn:microsoft.com/office/officeart/2005/8/layout/list1"/>
    <dgm:cxn modelId="{08B50F55-8D26-42AE-9DFA-9EE48CD4327B}" type="presParOf" srcId="{228DEA9D-F7F0-44EC-A67C-B51210E04706}" destId="{CF2B1A2F-86EA-42CA-9CE0-8414339BD913}" srcOrd="4" destOrd="0" presId="urn:microsoft.com/office/officeart/2005/8/layout/list1"/>
    <dgm:cxn modelId="{C5845992-0A49-4D0E-9EF9-E6D20D4792FC}" type="presParOf" srcId="{CF2B1A2F-86EA-42CA-9CE0-8414339BD913}" destId="{8AB3FEFB-187E-43EA-A99D-5C6575E1CD34}" srcOrd="0" destOrd="0" presId="urn:microsoft.com/office/officeart/2005/8/layout/list1"/>
    <dgm:cxn modelId="{9887ED8F-5F5C-4FBE-AAD1-4EE7F45FEE82}" type="presParOf" srcId="{CF2B1A2F-86EA-42CA-9CE0-8414339BD913}" destId="{623E2760-D629-4CC4-BDCB-9E73A902EA7D}" srcOrd="1" destOrd="0" presId="urn:microsoft.com/office/officeart/2005/8/layout/list1"/>
    <dgm:cxn modelId="{9F9002C7-CC52-4EC9-B9BF-C2DB1989A4F4}" type="presParOf" srcId="{228DEA9D-F7F0-44EC-A67C-B51210E04706}" destId="{C1C254DF-D855-421F-90EB-F339232B4511}" srcOrd="5" destOrd="0" presId="urn:microsoft.com/office/officeart/2005/8/layout/list1"/>
    <dgm:cxn modelId="{F1A89634-D751-4ADB-B765-416D5BED218A}" type="presParOf" srcId="{228DEA9D-F7F0-44EC-A67C-B51210E04706}" destId="{9E1616F5-D2BC-4C16-B9F5-73A840403CF8}" srcOrd="6" destOrd="0" presId="urn:microsoft.com/office/officeart/2005/8/layout/list1"/>
    <dgm:cxn modelId="{3D8ABC14-5985-457F-9DC6-1D899F4D55CE}" type="presParOf" srcId="{228DEA9D-F7F0-44EC-A67C-B51210E04706}" destId="{BC1E35AD-2C64-47F5-9825-67CF09493C2A}" srcOrd="7" destOrd="0" presId="urn:microsoft.com/office/officeart/2005/8/layout/list1"/>
    <dgm:cxn modelId="{0F45AEF6-F134-440E-847D-ABCF666F8658}" type="presParOf" srcId="{228DEA9D-F7F0-44EC-A67C-B51210E04706}" destId="{25F8CFD4-7040-4B0B-9D6F-4AD5381C7EEB}" srcOrd="8" destOrd="0" presId="urn:microsoft.com/office/officeart/2005/8/layout/list1"/>
    <dgm:cxn modelId="{7A65EF02-573F-47FB-8885-B27CFEF11B4A}" type="presParOf" srcId="{25F8CFD4-7040-4B0B-9D6F-4AD5381C7EEB}" destId="{22276933-E7FC-4BAE-A80B-44B86EC975F8}" srcOrd="0" destOrd="0" presId="urn:microsoft.com/office/officeart/2005/8/layout/list1"/>
    <dgm:cxn modelId="{D02E2E99-4E50-404C-8157-BB13403CF944}" type="presParOf" srcId="{25F8CFD4-7040-4B0B-9D6F-4AD5381C7EEB}" destId="{517FA159-54CB-4655-BE0F-1B1D1076EA9E}" srcOrd="1" destOrd="0" presId="urn:microsoft.com/office/officeart/2005/8/layout/list1"/>
    <dgm:cxn modelId="{955559E7-8515-4CDF-A134-77150DEEDFF1}" type="presParOf" srcId="{228DEA9D-F7F0-44EC-A67C-B51210E04706}" destId="{64F7575E-244C-40DA-8732-FA13B5B1E23B}" srcOrd="9" destOrd="0" presId="urn:microsoft.com/office/officeart/2005/8/layout/list1"/>
    <dgm:cxn modelId="{F22C31D3-B462-4E79-A43F-25C142C48D26}" type="presParOf" srcId="{228DEA9D-F7F0-44EC-A67C-B51210E04706}" destId="{318AB75A-9917-4638-AA76-94D4E7A27496}" srcOrd="10" destOrd="0" presId="urn:microsoft.com/office/officeart/2005/8/layout/list1"/>
    <dgm:cxn modelId="{3D845875-A108-46AC-84B2-1B292DED9F27}" type="presParOf" srcId="{228DEA9D-F7F0-44EC-A67C-B51210E04706}" destId="{BDE07408-AE17-4406-974D-4D033AC1FC8B}" srcOrd="11" destOrd="0" presId="urn:microsoft.com/office/officeart/2005/8/layout/list1"/>
    <dgm:cxn modelId="{6185F835-3D9C-4C79-89A3-DA4A561A527F}" type="presParOf" srcId="{228DEA9D-F7F0-44EC-A67C-B51210E04706}" destId="{1D623120-AFB1-4ED5-B3B4-6476206534CD}" srcOrd="12" destOrd="0" presId="urn:microsoft.com/office/officeart/2005/8/layout/list1"/>
    <dgm:cxn modelId="{166CEE64-5B96-4B6D-AA30-21D950EA2974}" type="presParOf" srcId="{1D623120-AFB1-4ED5-B3B4-6476206534CD}" destId="{27F4A62B-6E01-4463-8B77-FCE5934135C7}" srcOrd="0" destOrd="0" presId="urn:microsoft.com/office/officeart/2005/8/layout/list1"/>
    <dgm:cxn modelId="{649228CA-6962-4AEC-AF8E-9BDC794326C2}" type="presParOf" srcId="{1D623120-AFB1-4ED5-B3B4-6476206534CD}" destId="{EA0AC774-A121-4352-AC10-1C86D7003E00}" srcOrd="1" destOrd="0" presId="urn:microsoft.com/office/officeart/2005/8/layout/list1"/>
    <dgm:cxn modelId="{680EA22D-0EFC-4F1E-BCB9-65E893F0513C}" type="presParOf" srcId="{228DEA9D-F7F0-44EC-A67C-B51210E04706}" destId="{75F727DE-8B20-45B5-B337-0164BDCB002A}" srcOrd="13" destOrd="0" presId="urn:microsoft.com/office/officeart/2005/8/layout/list1"/>
    <dgm:cxn modelId="{E21F15DB-D138-4FA5-AF2D-46670743E12F}" type="presParOf" srcId="{228DEA9D-F7F0-44EC-A67C-B51210E04706}" destId="{3EA4EDAD-64C8-4CA0-9842-E6F15F38361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57D852-EA1C-471A-863F-F6A916507671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EEF40A-3FBF-42E1-B647-D84FC03460C4}">
      <dgm:prSet/>
      <dgm:spPr/>
      <dgm:t>
        <a:bodyPr/>
        <a:lstStyle/>
        <a:p>
          <a:r>
            <a:rPr lang="en-GB" b="1"/>
            <a:t>Target Variable Distribution (Charges)</a:t>
          </a:r>
          <a:endParaRPr lang="en-US"/>
        </a:p>
      </dgm:t>
    </dgm:pt>
    <dgm:pt modelId="{FCF2410E-3B32-4D3C-A239-1EB30E6587AC}" type="parTrans" cxnId="{27DB82B4-D241-4A2F-93DF-758ED72635FA}">
      <dgm:prSet/>
      <dgm:spPr/>
      <dgm:t>
        <a:bodyPr/>
        <a:lstStyle/>
        <a:p>
          <a:endParaRPr lang="en-US"/>
        </a:p>
      </dgm:t>
    </dgm:pt>
    <dgm:pt modelId="{B9631832-2BCA-4227-9B7F-A4CA20A18B20}" type="sibTrans" cxnId="{27DB82B4-D241-4A2F-93DF-758ED72635FA}">
      <dgm:prSet/>
      <dgm:spPr/>
      <dgm:t>
        <a:bodyPr/>
        <a:lstStyle/>
        <a:p>
          <a:endParaRPr lang="en-US"/>
        </a:p>
      </dgm:t>
    </dgm:pt>
    <dgm:pt modelId="{25333EA1-CC91-4CDD-B49A-975AFD8F52F1}">
      <dgm:prSet/>
      <dgm:spPr/>
      <dgm:t>
        <a:bodyPr/>
        <a:lstStyle/>
        <a:p>
          <a:r>
            <a:rPr lang="en-GB"/>
            <a:t>The </a:t>
          </a:r>
          <a:r>
            <a:rPr lang="en-GB" b="1"/>
            <a:t> </a:t>
          </a:r>
          <a:r>
            <a:rPr lang="en-GB"/>
            <a:t>distribution is highly positively right-skewed (non-normal)</a:t>
          </a:r>
          <a:endParaRPr lang="en-US"/>
        </a:p>
      </dgm:t>
    </dgm:pt>
    <dgm:pt modelId="{E4F40C06-95E5-4619-87AE-1C3ACE0B8F42}" type="parTrans" cxnId="{0949C68B-AE15-4EC6-94BA-B3C4D75DB705}">
      <dgm:prSet/>
      <dgm:spPr/>
      <dgm:t>
        <a:bodyPr/>
        <a:lstStyle/>
        <a:p>
          <a:endParaRPr lang="en-US"/>
        </a:p>
      </dgm:t>
    </dgm:pt>
    <dgm:pt modelId="{10569722-0432-40E7-AF30-1F70C0E84875}" type="sibTrans" cxnId="{0949C68B-AE15-4EC6-94BA-B3C4D75DB705}">
      <dgm:prSet/>
      <dgm:spPr/>
      <dgm:t>
        <a:bodyPr/>
        <a:lstStyle/>
        <a:p>
          <a:endParaRPr lang="en-US"/>
        </a:p>
      </dgm:t>
    </dgm:pt>
    <dgm:pt modelId="{087F0E45-D2E7-4C11-95B0-E83A82AE4EC7}">
      <dgm:prSet/>
      <dgm:spPr/>
      <dgm:t>
        <a:bodyPr/>
        <a:lstStyle/>
        <a:p>
          <a:r>
            <a:rPr lang="en-GB"/>
            <a:t>Suggests the choice of non-linear models (Random Forest, Gradient Boosting).</a:t>
          </a:r>
          <a:endParaRPr lang="en-US"/>
        </a:p>
      </dgm:t>
    </dgm:pt>
    <dgm:pt modelId="{F6CFA745-5BC8-4BF9-9E73-05198D21F629}" type="parTrans" cxnId="{C30A346A-FD62-49D8-8934-C91AF949D94F}">
      <dgm:prSet/>
      <dgm:spPr/>
      <dgm:t>
        <a:bodyPr/>
        <a:lstStyle/>
        <a:p>
          <a:endParaRPr lang="en-US"/>
        </a:p>
      </dgm:t>
    </dgm:pt>
    <dgm:pt modelId="{5CEA558A-C7D1-413E-A637-83DAB560166A}" type="sibTrans" cxnId="{C30A346A-FD62-49D8-8934-C91AF949D94F}">
      <dgm:prSet/>
      <dgm:spPr/>
      <dgm:t>
        <a:bodyPr/>
        <a:lstStyle/>
        <a:p>
          <a:endParaRPr lang="en-US"/>
        </a:p>
      </dgm:t>
    </dgm:pt>
    <dgm:pt modelId="{82F1BCA2-0703-4669-A87C-3AF6DAD4E07B}">
      <dgm:prSet/>
      <dgm:spPr/>
      <dgm:t>
        <a:bodyPr/>
        <a:lstStyle/>
        <a:p>
          <a:r>
            <a:rPr lang="en-GB" b="1"/>
            <a:t>Most Influential Predictor</a:t>
          </a:r>
          <a:endParaRPr lang="en-US"/>
        </a:p>
      </dgm:t>
    </dgm:pt>
    <dgm:pt modelId="{CC7E2782-E650-4E55-9729-2AC085C5BBA6}" type="parTrans" cxnId="{5D27B856-74F8-4BE2-983D-F103DBF477CE}">
      <dgm:prSet/>
      <dgm:spPr/>
      <dgm:t>
        <a:bodyPr/>
        <a:lstStyle/>
        <a:p>
          <a:endParaRPr lang="en-US"/>
        </a:p>
      </dgm:t>
    </dgm:pt>
    <dgm:pt modelId="{1978526F-764B-43AB-9F42-BE80B7EFA3EC}" type="sibTrans" cxnId="{5D27B856-74F8-4BE2-983D-F103DBF477CE}">
      <dgm:prSet/>
      <dgm:spPr/>
      <dgm:t>
        <a:bodyPr/>
        <a:lstStyle/>
        <a:p>
          <a:endParaRPr lang="en-US"/>
        </a:p>
      </dgm:t>
    </dgm:pt>
    <dgm:pt modelId="{34DA2399-E12D-458C-8096-C1DBFCBFC53F}">
      <dgm:prSet/>
      <dgm:spPr/>
      <dgm:t>
        <a:bodyPr/>
        <a:lstStyle/>
        <a:p>
          <a:r>
            <a:rPr lang="en-GB"/>
            <a:t>The Smoker variable has significant factor, creating the largest mean difference.</a:t>
          </a:r>
          <a:endParaRPr lang="en-US"/>
        </a:p>
      </dgm:t>
    </dgm:pt>
    <dgm:pt modelId="{1F4B5C1C-07BC-438E-B6DA-9DCBD249D805}" type="parTrans" cxnId="{6D2DB04A-1390-40C7-8E04-30533422DD00}">
      <dgm:prSet/>
      <dgm:spPr/>
      <dgm:t>
        <a:bodyPr/>
        <a:lstStyle/>
        <a:p>
          <a:endParaRPr lang="en-US"/>
        </a:p>
      </dgm:t>
    </dgm:pt>
    <dgm:pt modelId="{5C4FD533-8E9C-4812-92A2-97F1747AF72D}" type="sibTrans" cxnId="{6D2DB04A-1390-40C7-8E04-30533422DD00}">
      <dgm:prSet/>
      <dgm:spPr/>
      <dgm:t>
        <a:bodyPr/>
        <a:lstStyle/>
        <a:p>
          <a:endParaRPr lang="en-US"/>
        </a:p>
      </dgm:t>
    </dgm:pt>
    <dgm:pt modelId="{AFA36C8F-BE24-44D1-87AF-00CC328B5B10}">
      <dgm:prSet/>
      <dgm:spPr/>
      <dgm:t>
        <a:bodyPr/>
        <a:lstStyle/>
        <a:p>
          <a:r>
            <a:rPr lang="en-GB"/>
            <a:t>Non-smokers rarely exceed high charge thresholds.</a:t>
          </a:r>
          <a:endParaRPr lang="en-US"/>
        </a:p>
      </dgm:t>
    </dgm:pt>
    <dgm:pt modelId="{01F73A68-9F7B-4EAE-BB7D-D9B8281B7369}" type="parTrans" cxnId="{B6D33CC8-1F44-4166-AEDC-7E61B370A8C5}">
      <dgm:prSet/>
      <dgm:spPr/>
      <dgm:t>
        <a:bodyPr/>
        <a:lstStyle/>
        <a:p>
          <a:endParaRPr lang="en-US"/>
        </a:p>
      </dgm:t>
    </dgm:pt>
    <dgm:pt modelId="{D25F9EB0-BF93-40B9-BA8A-22178B054D2E}" type="sibTrans" cxnId="{B6D33CC8-1F44-4166-AEDC-7E61B370A8C5}">
      <dgm:prSet/>
      <dgm:spPr/>
      <dgm:t>
        <a:bodyPr/>
        <a:lstStyle/>
        <a:p>
          <a:endParaRPr lang="en-US"/>
        </a:p>
      </dgm:t>
    </dgm:pt>
    <dgm:pt modelId="{8143CC5D-1774-4122-BDB7-495B473217ED}" type="pres">
      <dgm:prSet presAssocID="{2A57D852-EA1C-471A-863F-F6A916507671}" presName="Name0" presStyleCnt="0">
        <dgm:presLayoutVars>
          <dgm:dir/>
          <dgm:animLvl val="lvl"/>
          <dgm:resizeHandles val="exact"/>
        </dgm:presLayoutVars>
      </dgm:prSet>
      <dgm:spPr/>
    </dgm:pt>
    <dgm:pt modelId="{ADB0041D-C84F-446C-BE1E-DFE943742394}" type="pres">
      <dgm:prSet presAssocID="{DFEEF40A-3FBF-42E1-B647-D84FC03460C4}" presName="linNode" presStyleCnt="0"/>
      <dgm:spPr/>
    </dgm:pt>
    <dgm:pt modelId="{95B187B5-6773-406B-B177-E73B6C49DC4E}" type="pres">
      <dgm:prSet presAssocID="{DFEEF40A-3FBF-42E1-B647-D84FC03460C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C264386-A868-4C47-83D5-E37AEA429AE7}" type="pres">
      <dgm:prSet presAssocID="{DFEEF40A-3FBF-42E1-B647-D84FC03460C4}" presName="descendantText" presStyleLbl="alignAccFollowNode1" presStyleIdx="0" presStyleCnt="2">
        <dgm:presLayoutVars>
          <dgm:bulletEnabled val="1"/>
        </dgm:presLayoutVars>
      </dgm:prSet>
      <dgm:spPr/>
    </dgm:pt>
    <dgm:pt modelId="{53CFE7EF-4F76-489F-970B-453A5F19F968}" type="pres">
      <dgm:prSet presAssocID="{B9631832-2BCA-4227-9B7F-A4CA20A18B20}" presName="sp" presStyleCnt="0"/>
      <dgm:spPr/>
    </dgm:pt>
    <dgm:pt modelId="{2729D934-39D1-4E85-BE75-CE695A641CED}" type="pres">
      <dgm:prSet presAssocID="{82F1BCA2-0703-4669-A87C-3AF6DAD4E07B}" presName="linNode" presStyleCnt="0"/>
      <dgm:spPr/>
    </dgm:pt>
    <dgm:pt modelId="{B02C4ED9-67A0-4D18-AF86-E1391FAEAB7A}" type="pres">
      <dgm:prSet presAssocID="{82F1BCA2-0703-4669-A87C-3AF6DAD4E07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8F2F377-EB71-4EAF-B04A-285264AF66AA}" type="pres">
      <dgm:prSet presAssocID="{82F1BCA2-0703-4669-A87C-3AF6DAD4E07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8341B25-30B4-42DE-A731-FAE1EE6125A2}" type="presOf" srcId="{AFA36C8F-BE24-44D1-87AF-00CC328B5B10}" destId="{28F2F377-EB71-4EAF-B04A-285264AF66AA}" srcOrd="0" destOrd="1" presId="urn:microsoft.com/office/officeart/2005/8/layout/vList5"/>
    <dgm:cxn modelId="{C6F44143-F9C9-4B9F-AD7E-04C13944A93F}" type="presOf" srcId="{34DA2399-E12D-458C-8096-C1DBFCBFC53F}" destId="{28F2F377-EB71-4EAF-B04A-285264AF66AA}" srcOrd="0" destOrd="0" presId="urn:microsoft.com/office/officeart/2005/8/layout/vList5"/>
    <dgm:cxn modelId="{C30A346A-FD62-49D8-8934-C91AF949D94F}" srcId="{25333EA1-CC91-4CDD-B49A-975AFD8F52F1}" destId="{087F0E45-D2E7-4C11-95B0-E83A82AE4EC7}" srcOrd="0" destOrd="0" parTransId="{F6CFA745-5BC8-4BF9-9E73-05198D21F629}" sibTransId="{5CEA558A-C7D1-413E-A637-83DAB560166A}"/>
    <dgm:cxn modelId="{6D2DB04A-1390-40C7-8E04-30533422DD00}" srcId="{82F1BCA2-0703-4669-A87C-3AF6DAD4E07B}" destId="{34DA2399-E12D-458C-8096-C1DBFCBFC53F}" srcOrd="0" destOrd="0" parTransId="{1F4B5C1C-07BC-438E-B6DA-9DCBD249D805}" sibTransId="{5C4FD533-8E9C-4812-92A2-97F1747AF72D}"/>
    <dgm:cxn modelId="{19AE6C4B-023F-4230-A627-41CD227D5941}" type="presOf" srcId="{82F1BCA2-0703-4669-A87C-3AF6DAD4E07B}" destId="{B02C4ED9-67A0-4D18-AF86-E1391FAEAB7A}" srcOrd="0" destOrd="0" presId="urn:microsoft.com/office/officeart/2005/8/layout/vList5"/>
    <dgm:cxn modelId="{5D27B856-74F8-4BE2-983D-F103DBF477CE}" srcId="{2A57D852-EA1C-471A-863F-F6A916507671}" destId="{82F1BCA2-0703-4669-A87C-3AF6DAD4E07B}" srcOrd="1" destOrd="0" parTransId="{CC7E2782-E650-4E55-9729-2AC085C5BBA6}" sibTransId="{1978526F-764B-43AB-9F42-BE80B7EFA3EC}"/>
    <dgm:cxn modelId="{0949C68B-AE15-4EC6-94BA-B3C4D75DB705}" srcId="{DFEEF40A-3FBF-42E1-B647-D84FC03460C4}" destId="{25333EA1-CC91-4CDD-B49A-975AFD8F52F1}" srcOrd="0" destOrd="0" parTransId="{E4F40C06-95E5-4619-87AE-1C3ACE0B8F42}" sibTransId="{10569722-0432-40E7-AF30-1F70C0E84875}"/>
    <dgm:cxn modelId="{27DB82B4-D241-4A2F-93DF-758ED72635FA}" srcId="{2A57D852-EA1C-471A-863F-F6A916507671}" destId="{DFEEF40A-3FBF-42E1-B647-D84FC03460C4}" srcOrd="0" destOrd="0" parTransId="{FCF2410E-3B32-4D3C-A239-1EB30E6587AC}" sibTransId="{B9631832-2BCA-4227-9B7F-A4CA20A18B20}"/>
    <dgm:cxn modelId="{AC2DBFC6-D860-4045-BCD0-0DD7091D2DBD}" type="presOf" srcId="{DFEEF40A-3FBF-42E1-B647-D84FC03460C4}" destId="{95B187B5-6773-406B-B177-E73B6C49DC4E}" srcOrd="0" destOrd="0" presId="urn:microsoft.com/office/officeart/2005/8/layout/vList5"/>
    <dgm:cxn modelId="{B6D33CC8-1F44-4166-AEDC-7E61B370A8C5}" srcId="{82F1BCA2-0703-4669-A87C-3AF6DAD4E07B}" destId="{AFA36C8F-BE24-44D1-87AF-00CC328B5B10}" srcOrd="1" destOrd="0" parTransId="{01F73A68-9F7B-4EAE-BB7D-D9B8281B7369}" sibTransId="{D25F9EB0-BF93-40B9-BA8A-22178B054D2E}"/>
    <dgm:cxn modelId="{48052BCD-DD33-449C-880B-344B33BBD73B}" type="presOf" srcId="{2A57D852-EA1C-471A-863F-F6A916507671}" destId="{8143CC5D-1774-4122-BDB7-495B473217ED}" srcOrd="0" destOrd="0" presId="urn:microsoft.com/office/officeart/2005/8/layout/vList5"/>
    <dgm:cxn modelId="{4D81B2CE-4D08-417D-A82D-9FF7444BECD8}" type="presOf" srcId="{087F0E45-D2E7-4C11-95B0-E83A82AE4EC7}" destId="{2C264386-A868-4C47-83D5-E37AEA429AE7}" srcOrd="0" destOrd="1" presId="urn:microsoft.com/office/officeart/2005/8/layout/vList5"/>
    <dgm:cxn modelId="{CBECFDD8-EA0D-4143-84B0-EBB3D843B064}" type="presOf" srcId="{25333EA1-CC91-4CDD-B49A-975AFD8F52F1}" destId="{2C264386-A868-4C47-83D5-E37AEA429AE7}" srcOrd="0" destOrd="0" presId="urn:microsoft.com/office/officeart/2005/8/layout/vList5"/>
    <dgm:cxn modelId="{81207E75-7A4C-4873-8865-3F037E1B1142}" type="presParOf" srcId="{8143CC5D-1774-4122-BDB7-495B473217ED}" destId="{ADB0041D-C84F-446C-BE1E-DFE943742394}" srcOrd="0" destOrd="0" presId="urn:microsoft.com/office/officeart/2005/8/layout/vList5"/>
    <dgm:cxn modelId="{D94A7542-FC57-44DD-8AA5-8E6F01338A72}" type="presParOf" srcId="{ADB0041D-C84F-446C-BE1E-DFE943742394}" destId="{95B187B5-6773-406B-B177-E73B6C49DC4E}" srcOrd="0" destOrd="0" presId="urn:microsoft.com/office/officeart/2005/8/layout/vList5"/>
    <dgm:cxn modelId="{EEAE4C27-6AC5-46F8-A2CF-B18A8ED10F4E}" type="presParOf" srcId="{ADB0041D-C84F-446C-BE1E-DFE943742394}" destId="{2C264386-A868-4C47-83D5-E37AEA429AE7}" srcOrd="1" destOrd="0" presId="urn:microsoft.com/office/officeart/2005/8/layout/vList5"/>
    <dgm:cxn modelId="{4AAE8DD8-8DF6-458A-A9A6-423D6D27FB10}" type="presParOf" srcId="{8143CC5D-1774-4122-BDB7-495B473217ED}" destId="{53CFE7EF-4F76-489F-970B-453A5F19F968}" srcOrd="1" destOrd="0" presId="urn:microsoft.com/office/officeart/2005/8/layout/vList5"/>
    <dgm:cxn modelId="{2A1C712C-5DC9-4F6D-998D-1E513013D603}" type="presParOf" srcId="{8143CC5D-1774-4122-BDB7-495B473217ED}" destId="{2729D934-39D1-4E85-BE75-CE695A641CED}" srcOrd="2" destOrd="0" presId="urn:microsoft.com/office/officeart/2005/8/layout/vList5"/>
    <dgm:cxn modelId="{1B90DFC6-4F8B-497F-A0CA-1ABA54FB9ADA}" type="presParOf" srcId="{2729D934-39D1-4E85-BE75-CE695A641CED}" destId="{B02C4ED9-67A0-4D18-AF86-E1391FAEAB7A}" srcOrd="0" destOrd="0" presId="urn:microsoft.com/office/officeart/2005/8/layout/vList5"/>
    <dgm:cxn modelId="{4D87E5A1-EA95-4B71-9D4F-10A5EA4A0663}" type="presParOf" srcId="{2729D934-39D1-4E85-BE75-CE695A641CED}" destId="{28F2F377-EB71-4EAF-B04A-285264AF66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4C2413-055D-4B44-9E7C-10A3FF0ACEA8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5C9F68-E657-457E-B300-2E3457CDE03C}">
      <dgm:prSet/>
      <dgm:spPr/>
      <dgm:t>
        <a:bodyPr/>
        <a:lstStyle/>
        <a:p>
          <a:r>
            <a:rPr lang="en-GB" b="1"/>
            <a:t>Bias and Fairness Analysis</a:t>
          </a:r>
          <a:endParaRPr lang="en-US"/>
        </a:p>
      </dgm:t>
    </dgm:pt>
    <dgm:pt modelId="{573CBCA8-3AD0-44E6-96E7-302A61D22AB3}" type="parTrans" cxnId="{A578E5C3-4641-45B8-BF78-101E708D94DD}">
      <dgm:prSet/>
      <dgm:spPr/>
      <dgm:t>
        <a:bodyPr/>
        <a:lstStyle/>
        <a:p>
          <a:endParaRPr lang="en-US"/>
        </a:p>
      </dgm:t>
    </dgm:pt>
    <dgm:pt modelId="{1776AD45-BF2E-439F-8DE4-87E361E70F24}" type="sibTrans" cxnId="{A578E5C3-4641-45B8-BF78-101E708D94DD}">
      <dgm:prSet/>
      <dgm:spPr/>
      <dgm:t>
        <a:bodyPr/>
        <a:lstStyle/>
        <a:p>
          <a:endParaRPr lang="en-US"/>
        </a:p>
      </dgm:t>
    </dgm:pt>
    <dgm:pt modelId="{06916588-65F4-49C8-A781-CDA9BE8C75D3}">
      <dgm:prSet/>
      <dgm:spPr/>
      <dgm:t>
        <a:bodyPr/>
        <a:lstStyle/>
        <a:p>
          <a:r>
            <a:rPr lang="en-GB"/>
            <a:t>Analysis showed minimal variation in charges across different sex and region groups.</a:t>
          </a:r>
          <a:endParaRPr lang="en-US"/>
        </a:p>
      </dgm:t>
    </dgm:pt>
    <dgm:pt modelId="{A2D8DD85-E2A1-48A6-B0CB-10CB692B3951}" type="parTrans" cxnId="{C305BA26-DC72-4292-9D7B-FB95FB407787}">
      <dgm:prSet/>
      <dgm:spPr/>
      <dgm:t>
        <a:bodyPr/>
        <a:lstStyle/>
        <a:p>
          <a:endParaRPr lang="en-US"/>
        </a:p>
      </dgm:t>
    </dgm:pt>
    <dgm:pt modelId="{69DB7AC8-874C-4D7D-A4F8-D51F582A0FF2}" type="sibTrans" cxnId="{C305BA26-DC72-4292-9D7B-FB95FB407787}">
      <dgm:prSet/>
      <dgm:spPr/>
      <dgm:t>
        <a:bodyPr/>
        <a:lstStyle/>
        <a:p>
          <a:endParaRPr lang="en-US"/>
        </a:p>
      </dgm:t>
    </dgm:pt>
    <dgm:pt modelId="{B927D731-4A5B-46B1-A682-7F98A6E7D45A}">
      <dgm:prSet/>
      <dgm:spPr/>
      <dgm:t>
        <a:bodyPr/>
        <a:lstStyle/>
        <a:p>
          <a:r>
            <a:rPr lang="en-GB"/>
            <a:t>Bias is mostly linked to smoking, rather than the demographic groups.</a:t>
          </a:r>
          <a:endParaRPr lang="en-US"/>
        </a:p>
      </dgm:t>
    </dgm:pt>
    <dgm:pt modelId="{0260E185-876B-4200-944C-4BE16A8A9A0B}" type="parTrans" cxnId="{66A02D83-3B02-43D0-8AE7-957F66CECCEA}">
      <dgm:prSet/>
      <dgm:spPr/>
      <dgm:t>
        <a:bodyPr/>
        <a:lstStyle/>
        <a:p>
          <a:endParaRPr lang="en-US"/>
        </a:p>
      </dgm:t>
    </dgm:pt>
    <dgm:pt modelId="{07D42EE1-3A26-4CA8-83BF-9C6EAD950C5F}" type="sibTrans" cxnId="{66A02D83-3B02-43D0-8AE7-957F66CECCEA}">
      <dgm:prSet/>
      <dgm:spPr/>
      <dgm:t>
        <a:bodyPr/>
        <a:lstStyle/>
        <a:p>
          <a:endParaRPr lang="en-US"/>
        </a:p>
      </dgm:t>
    </dgm:pt>
    <dgm:pt modelId="{2EF855E9-31DE-476F-BE81-9EFBD3876C04}">
      <dgm:prSet/>
      <dgm:spPr/>
      <dgm:t>
        <a:bodyPr/>
        <a:lstStyle/>
        <a:p>
          <a:r>
            <a:rPr lang="en-GB" b="1"/>
            <a:t>BMI Contextual Fact</a:t>
          </a:r>
          <a:endParaRPr lang="en-US"/>
        </a:p>
      </dgm:t>
    </dgm:pt>
    <dgm:pt modelId="{9700C28B-0F37-455C-A1C7-F63538B2062C}" type="parTrans" cxnId="{3A6C650A-55CB-4D34-B40A-B45301C039FA}">
      <dgm:prSet/>
      <dgm:spPr/>
      <dgm:t>
        <a:bodyPr/>
        <a:lstStyle/>
        <a:p>
          <a:endParaRPr lang="en-US"/>
        </a:p>
      </dgm:t>
    </dgm:pt>
    <dgm:pt modelId="{5F60AB17-2DB1-4A3B-A137-9BB40F6C0B9E}" type="sibTrans" cxnId="{3A6C650A-55CB-4D34-B40A-B45301C039FA}">
      <dgm:prSet/>
      <dgm:spPr/>
      <dgm:t>
        <a:bodyPr/>
        <a:lstStyle/>
        <a:p>
          <a:endParaRPr lang="en-US"/>
        </a:p>
      </dgm:t>
    </dgm:pt>
    <dgm:pt modelId="{9240ED6C-0F03-402B-820C-3312AEA91CC9}">
      <dgm:prSet/>
      <dgm:spPr/>
      <dgm:t>
        <a:bodyPr/>
        <a:lstStyle/>
        <a:p>
          <a:r>
            <a:rPr lang="en-GB"/>
            <a:t>Average BMI in this dataset is 30.66, placing them in the Obese category</a:t>
          </a:r>
          <a:endParaRPr lang="en-US"/>
        </a:p>
      </dgm:t>
    </dgm:pt>
    <dgm:pt modelId="{EC110919-CE60-42BA-8959-FA3322E30502}" type="parTrans" cxnId="{F205994C-1D29-45DD-ABF6-8B3C503F4439}">
      <dgm:prSet/>
      <dgm:spPr/>
      <dgm:t>
        <a:bodyPr/>
        <a:lstStyle/>
        <a:p>
          <a:endParaRPr lang="en-US"/>
        </a:p>
      </dgm:t>
    </dgm:pt>
    <dgm:pt modelId="{E6E69C0B-7E81-4B48-AE08-8E85746E50F1}" type="sibTrans" cxnId="{F205994C-1D29-45DD-ABF6-8B3C503F4439}">
      <dgm:prSet/>
      <dgm:spPr/>
      <dgm:t>
        <a:bodyPr/>
        <a:lstStyle/>
        <a:p>
          <a:endParaRPr lang="en-US"/>
        </a:p>
      </dgm:t>
    </dgm:pt>
    <dgm:pt modelId="{6404E57C-23A2-427F-B07B-D0808FFE4E9B}">
      <dgm:prSet/>
      <dgm:spPr/>
      <dgm:t>
        <a:bodyPr/>
        <a:lstStyle/>
        <a:p>
          <a:r>
            <a:rPr lang="en-GB" b="1"/>
            <a:t>Feature Correlation</a:t>
          </a:r>
          <a:endParaRPr lang="en-US"/>
        </a:p>
      </dgm:t>
    </dgm:pt>
    <dgm:pt modelId="{2F4EEAB3-A021-415F-9C81-C9F8F8E76B9B}" type="parTrans" cxnId="{CDA5A6EF-F08A-42E9-B56C-4D16798655A2}">
      <dgm:prSet/>
      <dgm:spPr/>
      <dgm:t>
        <a:bodyPr/>
        <a:lstStyle/>
        <a:p>
          <a:endParaRPr lang="en-US"/>
        </a:p>
      </dgm:t>
    </dgm:pt>
    <dgm:pt modelId="{77AE024A-659F-46DA-AAC4-B5AADCF5E7BF}" type="sibTrans" cxnId="{CDA5A6EF-F08A-42E9-B56C-4D16798655A2}">
      <dgm:prSet/>
      <dgm:spPr/>
      <dgm:t>
        <a:bodyPr/>
        <a:lstStyle/>
        <a:p>
          <a:endParaRPr lang="en-US"/>
        </a:p>
      </dgm:t>
    </dgm:pt>
    <dgm:pt modelId="{7AEA25DB-5A69-4DB9-95AB-1F4F7B5658C8}">
      <dgm:prSet/>
      <dgm:spPr/>
      <dgm:t>
        <a:bodyPr/>
        <a:lstStyle/>
        <a:p>
          <a:r>
            <a:rPr lang="en-GB"/>
            <a:t>Correlation Heatmap confirmed high positive correlation between Smoker and Charges.</a:t>
          </a:r>
          <a:endParaRPr lang="en-US"/>
        </a:p>
      </dgm:t>
    </dgm:pt>
    <dgm:pt modelId="{FEB50AFC-341B-499A-AB54-91FCBB181547}" type="parTrans" cxnId="{3BCAB526-B57C-44FE-B781-AB0FE2D46E34}">
      <dgm:prSet/>
      <dgm:spPr/>
      <dgm:t>
        <a:bodyPr/>
        <a:lstStyle/>
        <a:p>
          <a:endParaRPr lang="en-US"/>
        </a:p>
      </dgm:t>
    </dgm:pt>
    <dgm:pt modelId="{41E2ABA0-6CD0-4ABD-A81C-AF876EA88E0A}" type="sibTrans" cxnId="{3BCAB526-B57C-44FE-B781-AB0FE2D46E34}">
      <dgm:prSet/>
      <dgm:spPr/>
      <dgm:t>
        <a:bodyPr/>
        <a:lstStyle/>
        <a:p>
          <a:endParaRPr lang="en-US"/>
        </a:p>
      </dgm:t>
    </dgm:pt>
    <dgm:pt modelId="{4D0D09B2-4C1E-4B7F-BD0D-7A40AC8D4A94}">
      <dgm:prSet/>
      <dgm:spPr/>
      <dgm:t>
        <a:bodyPr/>
        <a:lstStyle/>
        <a:p>
          <a:r>
            <a:rPr lang="en-GB"/>
            <a:t>It also shows low multicollinearity between predictor variables.</a:t>
          </a:r>
          <a:endParaRPr lang="en-US"/>
        </a:p>
      </dgm:t>
    </dgm:pt>
    <dgm:pt modelId="{73653BB3-C759-4788-AB30-6EC5478E5605}" type="parTrans" cxnId="{8D3677BE-E5BB-4F01-9AA7-2E90B628A2A9}">
      <dgm:prSet/>
      <dgm:spPr/>
      <dgm:t>
        <a:bodyPr/>
        <a:lstStyle/>
        <a:p>
          <a:endParaRPr lang="en-US"/>
        </a:p>
      </dgm:t>
    </dgm:pt>
    <dgm:pt modelId="{693CEC44-5ABD-4D7D-BC65-250D2527B47F}" type="sibTrans" cxnId="{8D3677BE-E5BB-4F01-9AA7-2E90B628A2A9}">
      <dgm:prSet/>
      <dgm:spPr/>
      <dgm:t>
        <a:bodyPr/>
        <a:lstStyle/>
        <a:p>
          <a:endParaRPr lang="en-US"/>
        </a:p>
      </dgm:t>
    </dgm:pt>
    <dgm:pt modelId="{05D4C7FE-6F22-443D-ABC1-4C3F6D8D8C79}" type="pres">
      <dgm:prSet presAssocID="{5E4C2413-055D-4B44-9E7C-10A3FF0ACEA8}" presName="Name0" presStyleCnt="0">
        <dgm:presLayoutVars>
          <dgm:dir/>
          <dgm:animLvl val="lvl"/>
          <dgm:resizeHandles val="exact"/>
        </dgm:presLayoutVars>
      </dgm:prSet>
      <dgm:spPr/>
    </dgm:pt>
    <dgm:pt modelId="{95A74A06-B052-4365-ADA4-C9A51F046A68}" type="pres">
      <dgm:prSet presAssocID="{105C9F68-E657-457E-B300-2E3457CDE03C}" presName="linNode" presStyleCnt="0"/>
      <dgm:spPr/>
    </dgm:pt>
    <dgm:pt modelId="{F7F0FE25-F63D-4F08-A2F3-93B4FA1DB1C0}" type="pres">
      <dgm:prSet presAssocID="{105C9F68-E657-457E-B300-2E3457CDE03C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B78FA7D-F013-439A-8B71-E7F3703BD60A}" type="pres">
      <dgm:prSet presAssocID="{105C9F68-E657-457E-B300-2E3457CDE03C}" presName="descendantText" presStyleLbl="alignAccFollowNode1" presStyleIdx="0" presStyleCnt="3">
        <dgm:presLayoutVars>
          <dgm:bulletEnabled val="1"/>
        </dgm:presLayoutVars>
      </dgm:prSet>
      <dgm:spPr/>
    </dgm:pt>
    <dgm:pt modelId="{CA89B073-3599-4046-9EB5-B17C3785FE2C}" type="pres">
      <dgm:prSet presAssocID="{1776AD45-BF2E-439F-8DE4-87E361E70F24}" presName="sp" presStyleCnt="0"/>
      <dgm:spPr/>
    </dgm:pt>
    <dgm:pt modelId="{2A7FE52D-A313-43AD-8FB7-0ACDE745666A}" type="pres">
      <dgm:prSet presAssocID="{2EF855E9-31DE-476F-BE81-9EFBD3876C04}" presName="linNode" presStyleCnt="0"/>
      <dgm:spPr/>
    </dgm:pt>
    <dgm:pt modelId="{8227C69B-3096-4EA0-B4AF-F598755D4800}" type="pres">
      <dgm:prSet presAssocID="{2EF855E9-31DE-476F-BE81-9EFBD3876C0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5EFCFAB-CCA7-46EC-A156-1DA1C2329B8C}" type="pres">
      <dgm:prSet presAssocID="{2EF855E9-31DE-476F-BE81-9EFBD3876C04}" presName="descendantText" presStyleLbl="alignAccFollowNode1" presStyleIdx="1" presStyleCnt="3">
        <dgm:presLayoutVars>
          <dgm:bulletEnabled val="1"/>
        </dgm:presLayoutVars>
      </dgm:prSet>
      <dgm:spPr/>
    </dgm:pt>
    <dgm:pt modelId="{C38145A4-278F-458F-A36E-172538AB9B72}" type="pres">
      <dgm:prSet presAssocID="{5F60AB17-2DB1-4A3B-A137-9BB40F6C0B9E}" presName="sp" presStyleCnt="0"/>
      <dgm:spPr/>
    </dgm:pt>
    <dgm:pt modelId="{39C9850F-1501-42CD-B788-4FE13C0257B1}" type="pres">
      <dgm:prSet presAssocID="{6404E57C-23A2-427F-B07B-D0808FFE4E9B}" presName="linNode" presStyleCnt="0"/>
      <dgm:spPr/>
    </dgm:pt>
    <dgm:pt modelId="{40813C07-77F9-4CC9-B570-401A536A8A6A}" type="pres">
      <dgm:prSet presAssocID="{6404E57C-23A2-427F-B07B-D0808FFE4E9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19FF042-11C5-45C0-A4B2-B9770BE50353}" type="pres">
      <dgm:prSet presAssocID="{6404E57C-23A2-427F-B07B-D0808FFE4E9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A6C650A-55CB-4D34-B40A-B45301C039FA}" srcId="{5E4C2413-055D-4B44-9E7C-10A3FF0ACEA8}" destId="{2EF855E9-31DE-476F-BE81-9EFBD3876C04}" srcOrd="1" destOrd="0" parTransId="{9700C28B-0F37-455C-A1C7-F63538B2062C}" sibTransId="{5F60AB17-2DB1-4A3B-A137-9BB40F6C0B9E}"/>
    <dgm:cxn modelId="{B5DB2312-508F-4036-99DD-8CA45114D175}" type="presOf" srcId="{B927D731-4A5B-46B1-A682-7F98A6E7D45A}" destId="{1B78FA7D-F013-439A-8B71-E7F3703BD60A}" srcOrd="0" destOrd="1" presId="urn:microsoft.com/office/officeart/2005/8/layout/vList5"/>
    <dgm:cxn modelId="{CC898A22-1B45-4A65-9D77-D1F5940F8666}" type="presOf" srcId="{7AEA25DB-5A69-4DB9-95AB-1F4F7B5658C8}" destId="{519FF042-11C5-45C0-A4B2-B9770BE50353}" srcOrd="0" destOrd="0" presId="urn:microsoft.com/office/officeart/2005/8/layout/vList5"/>
    <dgm:cxn modelId="{3BCAB526-B57C-44FE-B781-AB0FE2D46E34}" srcId="{6404E57C-23A2-427F-B07B-D0808FFE4E9B}" destId="{7AEA25DB-5A69-4DB9-95AB-1F4F7B5658C8}" srcOrd="0" destOrd="0" parTransId="{FEB50AFC-341B-499A-AB54-91FCBB181547}" sibTransId="{41E2ABA0-6CD0-4ABD-A81C-AF876EA88E0A}"/>
    <dgm:cxn modelId="{C305BA26-DC72-4292-9D7B-FB95FB407787}" srcId="{105C9F68-E657-457E-B300-2E3457CDE03C}" destId="{06916588-65F4-49C8-A781-CDA9BE8C75D3}" srcOrd="0" destOrd="0" parTransId="{A2D8DD85-E2A1-48A6-B0CB-10CB692B3951}" sibTransId="{69DB7AC8-874C-4D7D-A4F8-D51F582A0FF2}"/>
    <dgm:cxn modelId="{9BACCF26-2FA0-4549-9608-7F22565A9386}" type="presOf" srcId="{2EF855E9-31DE-476F-BE81-9EFBD3876C04}" destId="{8227C69B-3096-4EA0-B4AF-F598755D4800}" srcOrd="0" destOrd="0" presId="urn:microsoft.com/office/officeart/2005/8/layout/vList5"/>
    <dgm:cxn modelId="{12272E34-78CB-4EB6-A5AA-DD3453A9C714}" type="presOf" srcId="{5E4C2413-055D-4B44-9E7C-10A3FF0ACEA8}" destId="{05D4C7FE-6F22-443D-ABC1-4C3F6D8D8C79}" srcOrd="0" destOrd="0" presId="urn:microsoft.com/office/officeart/2005/8/layout/vList5"/>
    <dgm:cxn modelId="{9FF39860-DCDD-4A27-B091-4E36E52254CF}" type="presOf" srcId="{105C9F68-E657-457E-B300-2E3457CDE03C}" destId="{F7F0FE25-F63D-4F08-A2F3-93B4FA1DB1C0}" srcOrd="0" destOrd="0" presId="urn:microsoft.com/office/officeart/2005/8/layout/vList5"/>
    <dgm:cxn modelId="{14EBD261-B27D-4AD0-BFC8-1BED816A2A66}" type="presOf" srcId="{9240ED6C-0F03-402B-820C-3312AEA91CC9}" destId="{65EFCFAB-CCA7-46EC-A156-1DA1C2329B8C}" srcOrd="0" destOrd="0" presId="urn:microsoft.com/office/officeart/2005/8/layout/vList5"/>
    <dgm:cxn modelId="{F205994C-1D29-45DD-ABF6-8B3C503F4439}" srcId="{2EF855E9-31DE-476F-BE81-9EFBD3876C04}" destId="{9240ED6C-0F03-402B-820C-3312AEA91CC9}" srcOrd="0" destOrd="0" parTransId="{EC110919-CE60-42BA-8959-FA3322E30502}" sibTransId="{E6E69C0B-7E81-4B48-AE08-8E85746E50F1}"/>
    <dgm:cxn modelId="{F365A34E-3630-4BBC-A88F-3C50885AFD56}" type="presOf" srcId="{06916588-65F4-49C8-A781-CDA9BE8C75D3}" destId="{1B78FA7D-F013-439A-8B71-E7F3703BD60A}" srcOrd="0" destOrd="0" presId="urn:microsoft.com/office/officeart/2005/8/layout/vList5"/>
    <dgm:cxn modelId="{66A02D83-3B02-43D0-8AE7-957F66CECCEA}" srcId="{06916588-65F4-49C8-A781-CDA9BE8C75D3}" destId="{B927D731-4A5B-46B1-A682-7F98A6E7D45A}" srcOrd="0" destOrd="0" parTransId="{0260E185-876B-4200-944C-4BE16A8A9A0B}" sibTransId="{07D42EE1-3A26-4CA8-83BF-9C6EAD950C5F}"/>
    <dgm:cxn modelId="{8D3677BE-E5BB-4F01-9AA7-2E90B628A2A9}" srcId="{6404E57C-23A2-427F-B07B-D0808FFE4E9B}" destId="{4D0D09B2-4C1E-4B7F-BD0D-7A40AC8D4A94}" srcOrd="1" destOrd="0" parTransId="{73653BB3-C759-4788-AB30-6EC5478E5605}" sibTransId="{693CEC44-5ABD-4D7D-BC65-250D2527B47F}"/>
    <dgm:cxn modelId="{A578E5C3-4641-45B8-BF78-101E708D94DD}" srcId="{5E4C2413-055D-4B44-9E7C-10A3FF0ACEA8}" destId="{105C9F68-E657-457E-B300-2E3457CDE03C}" srcOrd="0" destOrd="0" parTransId="{573CBCA8-3AD0-44E6-96E7-302A61D22AB3}" sibTransId="{1776AD45-BF2E-439F-8DE4-87E361E70F24}"/>
    <dgm:cxn modelId="{059068C8-7842-4E2A-BB1A-D6B279E6FE7F}" type="presOf" srcId="{6404E57C-23A2-427F-B07B-D0808FFE4E9B}" destId="{40813C07-77F9-4CC9-B570-401A536A8A6A}" srcOrd="0" destOrd="0" presId="urn:microsoft.com/office/officeart/2005/8/layout/vList5"/>
    <dgm:cxn modelId="{09F9C0EB-16EB-4124-9026-38949BF107D2}" type="presOf" srcId="{4D0D09B2-4C1E-4B7F-BD0D-7A40AC8D4A94}" destId="{519FF042-11C5-45C0-A4B2-B9770BE50353}" srcOrd="0" destOrd="1" presId="urn:microsoft.com/office/officeart/2005/8/layout/vList5"/>
    <dgm:cxn modelId="{CDA5A6EF-F08A-42E9-B56C-4D16798655A2}" srcId="{5E4C2413-055D-4B44-9E7C-10A3FF0ACEA8}" destId="{6404E57C-23A2-427F-B07B-D0808FFE4E9B}" srcOrd="2" destOrd="0" parTransId="{2F4EEAB3-A021-415F-9C81-C9F8F8E76B9B}" sibTransId="{77AE024A-659F-46DA-AAC4-B5AADCF5E7BF}"/>
    <dgm:cxn modelId="{2B4BC545-101A-4897-9C6C-370C9EFE29D4}" type="presParOf" srcId="{05D4C7FE-6F22-443D-ABC1-4C3F6D8D8C79}" destId="{95A74A06-B052-4365-ADA4-C9A51F046A68}" srcOrd="0" destOrd="0" presId="urn:microsoft.com/office/officeart/2005/8/layout/vList5"/>
    <dgm:cxn modelId="{71480DCE-3C5B-4B3A-8CCC-74CD6E05EB8C}" type="presParOf" srcId="{95A74A06-B052-4365-ADA4-C9A51F046A68}" destId="{F7F0FE25-F63D-4F08-A2F3-93B4FA1DB1C0}" srcOrd="0" destOrd="0" presId="urn:microsoft.com/office/officeart/2005/8/layout/vList5"/>
    <dgm:cxn modelId="{FE2B5188-6341-468E-9210-2E9D58B88F78}" type="presParOf" srcId="{95A74A06-B052-4365-ADA4-C9A51F046A68}" destId="{1B78FA7D-F013-439A-8B71-E7F3703BD60A}" srcOrd="1" destOrd="0" presId="urn:microsoft.com/office/officeart/2005/8/layout/vList5"/>
    <dgm:cxn modelId="{126D34B1-F651-4533-A7A0-DF67FC05135A}" type="presParOf" srcId="{05D4C7FE-6F22-443D-ABC1-4C3F6D8D8C79}" destId="{CA89B073-3599-4046-9EB5-B17C3785FE2C}" srcOrd="1" destOrd="0" presId="urn:microsoft.com/office/officeart/2005/8/layout/vList5"/>
    <dgm:cxn modelId="{6A7A4B6A-9BFD-4C93-8C65-31B275FA49EF}" type="presParOf" srcId="{05D4C7FE-6F22-443D-ABC1-4C3F6D8D8C79}" destId="{2A7FE52D-A313-43AD-8FB7-0ACDE745666A}" srcOrd="2" destOrd="0" presId="urn:microsoft.com/office/officeart/2005/8/layout/vList5"/>
    <dgm:cxn modelId="{DB88B3BA-EA5A-4746-9394-6774B0DC2CDC}" type="presParOf" srcId="{2A7FE52D-A313-43AD-8FB7-0ACDE745666A}" destId="{8227C69B-3096-4EA0-B4AF-F598755D4800}" srcOrd="0" destOrd="0" presId="urn:microsoft.com/office/officeart/2005/8/layout/vList5"/>
    <dgm:cxn modelId="{A97A98C0-57C6-4B69-A20B-9DCB11BBBEDB}" type="presParOf" srcId="{2A7FE52D-A313-43AD-8FB7-0ACDE745666A}" destId="{65EFCFAB-CCA7-46EC-A156-1DA1C2329B8C}" srcOrd="1" destOrd="0" presId="urn:microsoft.com/office/officeart/2005/8/layout/vList5"/>
    <dgm:cxn modelId="{D54497AC-D3FC-4B8F-B0F0-6014367BA00A}" type="presParOf" srcId="{05D4C7FE-6F22-443D-ABC1-4C3F6D8D8C79}" destId="{C38145A4-278F-458F-A36E-172538AB9B72}" srcOrd="3" destOrd="0" presId="urn:microsoft.com/office/officeart/2005/8/layout/vList5"/>
    <dgm:cxn modelId="{3E0DC632-51E3-431A-BFE2-404858A2975D}" type="presParOf" srcId="{05D4C7FE-6F22-443D-ABC1-4C3F6D8D8C79}" destId="{39C9850F-1501-42CD-B788-4FE13C0257B1}" srcOrd="4" destOrd="0" presId="urn:microsoft.com/office/officeart/2005/8/layout/vList5"/>
    <dgm:cxn modelId="{E8FA7754-1376-4846-BD4C-1ECA65C661F0}" type="presParOf" srcId="{39C9850F-1501-42CD-B788-4FE13C0257B1}" destId="{40813C07-77F9-4CC9-B570-401A536A8A6A}" srcOrd="0" destOrd="0" presId="urn:microsoft.com/office/officeart/2005/8/layout/vList5"/>
    <dgm:cxn modelId="{96270F0F-1157-4E88-8886-969022B45152}" type="presParOf" srcId="{39C9850F-1501-42CD-B788-4FE13C0257B1}" destId="{519FF042-11C5-45C0-A4B2-B9770BE5035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3483DB-B918-41B9-B2B5-C63D636E27C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6FD06B-A415-44BF-95C9-F2ED9BBBF067}">
      <dgm:prSet/>
      <dgm:spPr/>
      <dgm:t>
        <a:bodyPr/>
        <a:lstStyle/>
        <a:p>
          <a:r>
            <a:rPr lang="en-GB" b="1"/>
            <a:t>Linear Regression</a:t>
          </a:r>
          <a:endParaRPr lang="en-US"/>
        </a:p>
      </dgm:t>
    </dgm:pt>
    <dgm:pt modelId="{9215979F-B269-41BC-90ED-20411A64311A}" type="parTrans" cxnId="{9BFB0641-D478-4CD7-B3F1-8B0FD6E1E307}">
      <dgm:prSet/>
      <dgm:spPr/>
      <dgm:t>
        <a:bodyPr/>
        <a:lstStyle/>
        <a:p>
          <a:endParaRPr lang="en-US"/>
        </a:p>
      </dgm:t>
    </dgm:pt>
    <dgm:pt modelId="{0DCBD577-C23A-41C1-BA16-5B188168B062}" type="sibTrans" cxnId="{9BFB0641-D478-4CD7-B3F1-8B0FD6E1E307}">
      <dgm:prSet/>
      <dgm:spPr/>
      <dgm:t>
        <a:bodyPr/>
        <a:lstStyle/>
        <a:p>
          <a:endParaRPr lang="en-US"/>
        </a:p>
      </dgm:t>
    </dgm:pt>
    <dgm:pt modelId="{A9F16B1E-57DC-4846-B079-1E57BDC91678}">
      <dgm:prSet/>
      <dgm:spPr/>
      <dgm:t>
        <a:bodyPr/>
        <a:lstStyle/>
        <a:p>
          <a:r>
            <a:rPr lang="en-GB" b="1"/>
            <a:t>Random Forest Regressor</a:t>
          </a:r>
          <a:endParaRPr lang="en-US"/>
        </a:p>
      </dgm:t>
    </dgm:pt>
    <dgm:pt modelId="{8BFE812F-350E-4B52-A084-6003C98A8145}" type="parTrans" cxnId="{1C0FE1A2-5D65-4C92-AB75-8C3CD8E09B9D}">
      <dgm:prSet/>
      <dgm:spPr/>
      <dgm:t>
        <a:bodyPr/>
        <a:lstStyle/>
        <a:p>
          <a:endParaRPr lang="en-US"/>
        </a:p>
      </dgm:t>
    </dgm:pt>
    <dgm:pt modelId="{D2271A5F-F636-4956-9B29-9469D7DBA64E}" type="sibTrans" cxnId="{1C0FE1A2-5D65-4C92-AB75-8C3CD8E09B9D}">
      <dgm:prSet/>
      <dgm:spPr/>
      <dgm:t>
        <a:bodyPr/>
        <a:lstStyle/>
        <a:p>
          <a:endParaRPr lang="en-US"/>
        </a:p>
      </dgm:t>
    </dgm:pt>
    <dgm:pt modelId="{DEE10ABB-6440-49BD-A10B-7C53132F4EA8}">
      <dgm:prSet/>
      <dgm:spPr/>
      <dgm:t>
        <a:bodyPr/>
        <a:lstStyle/>
        <a:p>
          <a:r>
            <a:rPr lang="en-GB" b="1"/>
            <a:t>Gradient Boosting Regressor</a:t>
          </a:r>
          <a:endParaRPr lang="en-US"/>
        </a:p>
      </dgm:t>
    </dgm:pt>
    <dgm:pt modelId="{D5AA57A9-154F-4F86-B40A-76AB540010C8}" type="parTrans" cxnId="{25B85FCD-60DA-429E-8EF6-9FD91848286E}">
      <dgm:prSet/>
      <dgm:spPr/>
      <dgm:t>
        <a:bodyPr/>
        <a:lstStyle/>
        <a:p>
          <a:endParaRPr lang="en-US"/>
        </a:p>
      </dgm:t>
    </dgm:pt>
    <dgm:pt modelId="{EB25CE4E-10EA-40C5-A585-12CF5FFE96EE}" type="sibTrans" cxnId="{25B85FCD-60DA-429E-8EF6-9FD91848286E}">
      <dgm:prSet/>
      <dgm:spPr/>
      <dgm:t>
        <a:bodyPr/>
        <a:lstStyle/>
        <a:p>
          <a:endParaRPr lang="en-US"/>
        </a:p>
      </dgm:t>
    </dgm:pt>
    <dgm:pt modelId="{721BC167-8A1C-47D6-80B9-6E337507C84C}">
      <dgm:prSet/>
      <dgm:spPr/>
      <dgm:t>
        <a:bodyPr/>
        <a:lstStyle/>
        <a:p>
          <a:r>
            <a:rPr lang="en-GB" b="1"/>
            <a:t>Support Vector Regressor</a:t>
          </a:r>
          <a:endParaRPr lang="en-US"/>
        </a:p>
      </dgm:t>
    </dgm:pt>
    <dgm:pt modelId="{F68B099A-6783-461C-88F5-C415D00CB613}" type="parTrans" cxnId="{501127D2-A55B-408D-B5F4-DC6ACE36F8BA}">
      <dgm:prSet/>
      <dgm:spPr/>
      <dgm:t>
        <a:bodyPr/>
        <a:lstStyle/>
        <a:p>
          <a:endParaRPr lang="en-US"/>
        </a:p>
      </dgm:t>
    </dgm:pt>
    <dgm:pt modelId="{8883D01B-21AD-43E7-B6D1-DD3B6EE9DD8A}" type="sibTrans" cxnId="{501127D2-A55B-408D-B5F4-DC6ACE36F8BA}">
      <dgm:prSet/>
      <dgm:spPr/>
      <dgm:t>
        <a:bodyPr/>
        <a:lstStyle/>
        <a:p>
          <a:endParaRPr lang="en-US"/>
        </a:p>
      </dgm:t>
    </dgm:pt>
    <dgm:pt modelId="{8ED19276-4BFB-4E21-8873-D97AAF8FF03E}">
      <dgm:prSet/>
      <dgm:spPr/>
      <dgm:t>
        <a:bodyPr/>
        <a:lstStyle/>
        <a:p>
          <a:r>
            <a:rPr lang="en-GB" b="1"/>
            <a:t>Ridge/Lasso Regression</a:t>
          </a:r>
          <a:endParaRPr lang="en-US"/>
        </a:p>
      </dgm:t>
    </dgm:pt>
    <dgm:pt modelId="{8CD31653-1A15-4D8D-A5CB-D123AABAD16D}" type="parTrans" cxnId="{F0F9C2CE-D6C6-49BE-A5B5-318CBE212635}">
      <dgm:prSet/>
      <dgm:spPr/>
      <dgm:t>
        <a:bodyPr/>
        <a:lstStyle/>
        <a:p>
          <a:endParaRPr lang="en-US"/>
        </a:p>
      </dgm:t>
    </dgm:pt>
    <dgm:pt modelId="{4EA47D46-D7C1-4DA9-847C-9DD135DE1131}" type="sibTrans" cxnId="{F0F9C2CE-D6C6-49BE-A5B5-318CBE212635}">
      <dgm:prSet/>
      <dgm:spPr/>
      <dgm:t>
        <a:bodyPr/>
        <a:lstStyle/>
        <a:p>
          <a:endParaRPr lang="en-US"/>
        </a:p>
      </dgm:t>
    </dgm:pt>
    <dgm:pt modelId="{D477C375-6945-4821-9260-137E70E216E8}" type="pres">
      <dgm:prSet presAssocID="{873483DB-B918-41B9-B2B5-C63D636E27CB}" presName="vert0" presStyleCnt="0">
        <dgm:presLayoutVars>
          <dgm:dir/>
          <dgm:animOne val="branch"/>
          <dgm:animLvl val="lvl"/>
        </dgm:presLayoutVars>
      </dgm:prSet>
      <dgm:spPr/>
    </dgm:pt>
    <dgm:pt modelId="{2A59070B-E47B-4F60-A09B-80E471E0EE18}" type="pres">
      <dgm:prSet presAssocID="{496FD06B-A415-44BF-95C9-F2ED9BBBF067}" presName="thickLine" presStyleLbl="alignNode1" presStyleIdx="0" presStyleCnt="5"/>
      <dgm:spPr/>
    </dgm:pt>
    <dgm:pt modelId="{AAAA3FD1-26CF-4CAE-8093-08FF26284E81}" type="pres">
      <dgm:prSet presAssocID="{496FD06B-A415-44BF-95C9-F2ED9BBBF067}" presName="horz1" presStyleCnt="0"/>
      <dgm:spPr/>
    </dgm:pt>
    <dgm:pt modelId="{31EE8033-DAD1-432D-BAEB-5C0AC621BF70}" type="pres">
      <dgm:prSet presAssocID="{496FD06B-A415-44BF-95C9-F2ED9BBBF067}" presName="tx1" presStyleLbl="revTx" presStyleIdx="0" presStyleCnt="5"/>
      <dgm:spPr/>
    </dgm:pt>
    <dgm:pt modelId="{6E341288-CD20-4D55-B370-57C9A4065390}" type="pres">
      <dgm:prSet presAssocID="{496FD06B-A415-44BF-95C9-F2ED9BBBF067}" presName="vert1" presStyleCnt="0"/>
      <dgm:spPr/>
    </dgm:pt>
    <dgm:pt modelId="{968DBFA5-5F71-48F4-828A-E1722A4BBC5D}" type="pres">
      <dgm:prSet presAssocID="{A9F16B1E-57DC-4846-B079-1E57BDC91678}" presName="thickLine" presStyleLbl="alignNode1" presStyleIdx="1" presStyleCnt="5"/>
      <dgm:spPr/>
    </dgm:pt>
    <dgm:pt modelId="{A0B9BE54-0C88-4EF8-84DF-49713C62EB82}" type="pres">
      <dgm:prSet presAssocID="{A9F16B1E-57DC-4846-B079-1E57BDC91678}" presName="horz1" presStyleCnt="0"/>
      <dgm:spPr/>
    </dgm:pt>
    <dgm:pt modelId="{8C070445-B216-4C26-AA66-34C46ED32E21}" type="pres">
      <dgm:prSet presAssocID="{A9F16B1E-57DC-4846-B079-1E57BDC91678}" presName="tx1" presStyleLbl="revTx" presStyleIdx="1" presStyleCnt="5"/>
      <dgm:spPr/>
    </dgm:pt>
    <dgm:pt modelId="{2D299543-5E8C-4310-879E-484F4764D699}" type="pres">
      <dgm:prSet presAssocID="{A9F16B1E-57DC-4846-B079-1E57BDC91678}" presName="vert1" presStyleCnt="0"/>
      <dgm:spPr/>
    </dgm:pt>
    <dgm:pt modelId="{BDD8D865-31C9-4A09-B52E-18282CCC5D44}" type="pres">
      <dgm:prSet presAssocID="{DEE10ABB-6440-49BD-A10B-7C53132F4EA8}" presName="thickLine" presStyleLbl="alignNode1" presStyleIdx="2" presStyleCnt="5"/>
      <dgm:spPr/>
    </dgm:pt>
    <dgm:pt modelId="{2305D204-E66A-4CF8-BF5F-A7656B0B636A}" type="pres">
      <dgm:prSet presAssocID="{DEE10ABB-6440-49BD-A10B-7C53132F4EA8}" presName="horz1" presStyleCnt="0"/>
      <dgm:spPr/>
    </dgm:pt>
    <dgm:pt modelId="{252F6D2C-E736-4CDB-BF79-F9043F483DBA}" type="pres">
      <dgm:prSet presAssocID="{DEE10ABB-6440-49BD-A10B-7C53132F4EA8}" presName="tx1" presStyleLbl="revTx" presStyleIdx="2" presStyleCnt="5"/>
      <dgm:spPr/>
    </dgm:pt>
    <dgm:pt modelId="{C63F1E80-142D-4406-A98C-991BDCC8D5E6}" type="pres">
      <dgm:prSet presAssocID="{DEE10ABB-6440-49BD-A10B-7C53132F4EA8}" presName="vert1" presStyleCnt="0"/>
      <dgm:spPr/>
    </dgm:pt>
    <dgm:pt modelId="{C7B56974-F29D-4505-8E8B-2691D6F4C8CA}" type="pres">
      <dgm:prSet presAssocID="{721BC167-8A1C-47D6-80B9-6E337507C84C}" presName="thickLine" presStyleLbl="alignNode1" presStyleIdx="3" presStyleCnt="5"/>
      <dgm:spPr/>
    </dgm:pt>
    <dgm:pt modelId="{6786630C-9EC0-454C-8BFD-3F94E1015EF1}" type="pres">
      <dgm:prSet presAssocID="{721BC167-8A1C-47D6-80B9-6E337507C84C}" presName="horz1" presStyleCnt="0"/>
      <dgm:spPr/>
    </dgm:pt>
    <dgm:pt modelId="{AD455B82-9486-41BD-9CDC-CAD87BD1C244}" type="pres">
      <dgm:prSet presAssocID="{721BC167-8A1C-47D6-80B9-6E337507C84C}" presName="tx1" presStyleLbl="revTx" presStyleIdx="3" presStyleCnt="5"/>
      <dgm:spPr/>
    </dgm:pt>
    <dgm:pt modelId="{91698575-D773-4910-ADAF-EE52786F81ED}" type="pres">
      <dgm:prSet presAssocID="{721BC167-8A1C-47D6-80B9-6E337507C84C}" presName="vert1" presStyleCnt="0"/>
      <dgm:spPr/>
    </dgm:pt>
    <dgm:pt modelId="{97FD0DB8-8175-41CE-9331-7F532B19D407}" type="pres">
      <dgm:prSet presAssocID="{8ED19276-4BFB-4E21-8873-D97AAF8FF03E}" presName="thickLine" presStyleLbl="alignNode1" presStyleIdx="4" presStyleCnt="5"/>
      <dgm:spPr/>
    </dgm:pt>
    <dgm:pt modelId="{AD6A39F9-CBA6-4460-B064-705D92698E6D}" type="pres">
      <dgm:prSet presAssocID="{8ED19276-4BFB-4E21-8873-D97AAF8FF03E}" presName="horz1" presStyleCnt="0"/>
      <dgm:spPr/>
    </dgm:pt>
    <dgm:pt modelId="{7131F40B-47E1-4A3F-BDF9-5F10E45DB23D}" type="pres">
      <dgm:prSet presAssocID="{8ED19276-4BFB-4E21-8873-D97AAF8FF03E}" presName="tx1" presStyleLbl="revTx" presStyleIdx="4" presStyleCnt="5"/>
      <dgm:spPr/>
    </dgm:pt>
    <dgm:pt modelId="{45E286D1-9EB4-4E72-BC93-FE1699977938}" type="pres">
      <dgm:prSet presAssocID="{8ED19276-4BFB-4E21-8873-D97AAF8FF03E}" presName="vert1" presStyleCnt="0"/>
      <dgm:spPr/>
    </dgm:pt>
  </dgm:ptLst>
  <dgm:cxnLst>
    <dgm:cxn modelId="{3F18B140-0465-4CC4-9640-ED06E1D7EC38}" type="presOf" srcId="{A9F16B1E-57DC-4846-B079-1E57BDC91678}" destId="{8C070445-B216-4C26-AA66-34C46ED32E21}" srcOrd="0" destOrd="0" presId="urn:microsoft.com/office/officeart/2008/layout/LinedList"/>
    <dgm:cxn modelId="{5E685E5F-4012-4178-B676-C39C4D457D8A}" type="presOf" srcId="{496FD06B-A415-44BF-95C9-F2ED9BBBF067}" destId="{31EE8033-DAD1-432D-BAEB-5C0AC621BF70}" srcOrd="0" destOrd="0" presId="urn:microsoft.com/office/officeart/2008/layout/LinedList"/>
    <dgm:cxn modelId="{9BFB0641-D478-4CD7-B3F1-8B0FD6E1E307}" srcId="{873483DB-B918-41B9-B2B5-C63D636E27CB}" destId="{496FD06B-A415-44BF-95C9-F2ED9BBBF067}" srcOrd="0" destOrd="0" parTransId="{9215979F-B269-41BC-90ED-20411A64311A}" sibTransId="{0DCBD577-C23A-41C1-BA16-5B188168B062}"/>
    <dgm:cxn modelId="{B0A8A76A-D032-44A5-BCC6-806C81889799}" type="presOf" srcId="{873483DB-B918-41B9-B2B5-C63D636E27CB}" destId="{D477C375-6945-4821-9260-137E70E216E8}" srcOrd="0" destOrd="0" presId="urn:microsoft.com/office/officeart/2008/layout/LinedList"/>
    <dgm:cxn modelId="{0093FD73-2C40-4E3E-9B47-B100657B66E8}" type="presOf" srcId="{8ED19276-4BFB-4E21-8873-D97AAF8FF03E}" destId="{7131F40B-47E1-4A3F-BDF9-5F10E45DB23D}" srcOrd="0" destOrd="0" presId="urn:microsoft.com/office/officeart/2008/layout/LinedList"/>
    <dgm:cxn modelId="{1EF14A89-906C-48A5-A2C0-26F7A8DE980D}" type="presOf" srcId="{721BC167-8A1C-47D6-80B9-6E337507C84C}" destId="{AD455B82-9486-41BD-9CDC-CAD87BD1C244}" srcOrd="0" destOrd="0" presId="urn:microsoft.com/office/officeart/2008/layout/LinedList"/>
    <dgm:cxn modelId="{1C0FE1A2-5D65-4C92-AB75-8C3CD8E09B9D}" srcId="{873483DB-B918-41B9-B2B5-C63D636E27CB}" destId="{A9F16B1E-57DC-4846-B079-1E57BDC91678}" srcOrd="1" destOrd="0" parTransId="{8BFE812F-350E-4B52-A084-6003C98A8145}" sibTransId="{D2271A5F-F636-4956-9B29-9469D7DBA64E}"/>
    <dgm:cxn modelId="{39C773BE-3B56-4EB6-B435-167322D0E68D}" type="presOf" srcId="{DEE10ABB-6440-49BD-A10B-7C53132F4EA8}" destId="{252F6D2C-E736-4CDB-BF79-F9043F483DBA}" srcOrd="0" destOrd="0" presId="urn:microsoft.com/office/officeart/2008/layout/LinedList"/>
    <dgm:cxn modelId="{25B85FCD-60DA-429E-8EF6-9FD91848286E}" srcId="{873483DB-B918-41B9-B2B5-C63D636E27CB}" destId="{DEE10ABB-6440-49BD-A10B-7C53132F4EA8}" srcOrd="2" destOrd="0" parTransId="{D5AA57A9-154F-4F86-B40A-76AB540010C8}" sibTransId="{EB25CE4E-10EA-40C5-A585-12CF5FFE96EE}"/>
    <dgm:cxn modelId="{F0F9C2CE-D6C6-49BE-A5B5-318CBE212635}" srcId="{873483DB-B918-41B9-B2B5-C63D636E27CB}" destId="{8ED19276-4BFB-4E21-8873-D97AAF8FF03E}" srcOrd="4" destOrd="0" parTransId="{8CD31653-1A15-4D8D-A5CB-D123AABAD16D}" sibTransId="{4EA47D46-D7C1-4DA9-847C-9DD135DE1131}"/>
    <dgm:cxn modelId="{501127D2-A55B-408D-B5F4-DC6ACE36F8BA}" srcId="{873483DB-B918-41B9-B2B5-C63D636E27CB}" destId="{721BC167-8A1C-47D6-80B9-6E337507C84C}" srcOrd="3" destOrd="0" parTransId="{F68B099A-6783-461C-88F5-C415D00CB613}" sibTransId="{8883D01B-21AD-43E7-B6D1-DD3B6EE9DD8A}"/>
    <dgm:cxn modelId="{634A8D39-8F9A-4D77-BCC0-5ECC611955C7}" type="presParOf" srcId="{D477C375-6945-4821-9260-137E70E216E8}" destId="{2A59070B-E47B-4F60-A09B-80E471E0EE18}" srcOrd="0" destOrd="0" presId="urn:microsoft.com/office/officeart/2008/layout/LinedList"/>
    <dgm:cxn modelId="{C62FBF40-55B1-429D-837F-95BF9CBDAB03}" type="presParOf" srcId="{D477C375-6945-4821-9260-137E70E216E8}" destId="{AAAA3FD1-26CF-4CAE-8093-08FF26284E81}" srcOrd="1" destOrd="0" presId="urn:microsoft.com/office/officeart/2008/layout/LinedList"/>
    <dgm:cxn modelId="{5ADF5847-F168-4591-AA2D-A2E2D0E5F392}" type="presParOf" srcId="{AAAA3FD1-26CF-4CAE-8093-08FF26284E81}" destId="{31EE8033-DAD1-432D-BAEB-5C0AC621BF70}" srcOrd="0" destOrd="0" presId="urn:microsoft.com/office/officeart/2008/layout/LinedList"/>
    <dgm:cxn modelId="{E992A308-72AC-4C7D-A243-5A08C327C92D}" type="presParOf" srcId="{AAAA3FD1-26CF-4CAE-8093-08FF26284E81}" destId="{6E341288-CD20-4D55-B370-57C9A4065390}" srcOrd="1" destOrd="0" presId="urn:microsoft.com/office/officeart/2008/layout/LinedList"/>
    <dgm:cxn modelId="{66194061-47E5-4AF5-8B19-C723665071DC}" type="presParOf" srcId="{D477C375-6945-4821-9260-137E70E216E8}" destId="{968DBFA5-5F71-48F4-828A-E1722A4BBC5D}" srcOrd="2" destOrd="0" presId="urn:microsoft.com/office/officeart/2008/layout/LinedList"/>
    <dgm:cxn modelId="{49883871-E4AB-4F95-868D-CC078E995257}" type="presParOf" srcId="{D477C375-6945-4821-9260-137E70E216E8}" destId="{A0B9BE54-0C88-4EF8-84DF-49713C62EB82}" srcOrd="3" destOrd="0" presId="urn:microsoft.com/office/officeart/2008/layout/LinedList"/>
    <dgm:cxn modelId="{C2B7E360-4C01-4F74-8383-A292B7E780D7}" type="presParOf" srcId="{A0B9BE54-0C88-4EF8-84DF-49713C62EB82}" destId="{8C070445-B216-4C26-AA66-34C46ED32E21}" srcOrd="0" destOrd="0" presId="urn:microsoft.com/office/officeart/2008/layout/LinedList"/>
    <dgm:cxn modelId="{9D3B8BFC-8E08-43F9-A27E-0F7F8DB701DD}" type="presParOf" srcId="{A0B9BE54-0C88-4EF8-84DF-49713C62EB82}" destId="{2D299543-5E8C-4310-879E-484F4764D699}" srcOrd="1" destOrd="0" presId="urn:microsoft.com/office/officeart/2008/layout/LinedList"/>
    <dgm:cxn modelId="{347FEEFA-B97F-46C0-8638-9754B07978EB}" type="presParOf" srcId="{D477C375-6945-4821-9260-137E70E216E8}" destId="{BDD8D865-31C9-4A09-B52E-18282CCC5D44}" srcOrd="4" destOrd="0" presId="urn:microsoft.com/office/officeart/2008/layout/LinedList"/>
    <dgm:cxn modelId="{D7ECC9F0-CCF2-4786-A46F-E1527E3431DB}" type="presParOf" srcId="{D477C375-6945-4821-9260-137E70E216E8}" destId="{2305D204-E66A-4CF8-BF5F-A7656B0B636A}" srcOrd="5" destOrd="0" presId="urn:microsoft.com/office/officeart/2008/layout/LinedList"/>
    <dgm:cxn modelId="{B1694E3A-7210-4FA7-A558-15534E35E0FD}" type="presParOf" srcId="{2305D204-E66A-4CF8-BF5F-A7656B0B636A}" destId="{252F6D2C-E736-4CDB-BF79-F9043F483DBA}" srcOrd="0" destOrd="0" presId="urn:microsoft.com/office/officeart/2008/layout/LinedList"/>
    <dgm:cxn modelId="{9DF2B365-9F7F-47C1-A0D9-2B058F4EF605}" type="presParOf" srcId="{2305D204-E66A-4CF8-BF5F-A7656B0B636A}" destId="{C63F1E80-142D-4406-A98C-991BDCC8D5E6}" srcOrd="1" destOrd="0" presId="urn:microsoft.com/office/officeart/2008/layout/LinedList"/>
    <dgm:cxn modelId="{459B8AA1-485A-4B4F-A36F-0313F554D439}" type="presParOf" srcId="{D477C375-6945-4821-9260-137E70E216E8}" destId="{C7B56974-F29D-4505-8E8B-2691D6F4C8CA}" srcOrd="6" destOrd="0" presId="urn:microsoft.com/office/officeart/2008/layout/LinedList"/>
    <dgm:cxn modelId="{3240D66B-2A9C-46F5-B41B-638336273F31}" type="presParOf" srcId="{D477C375-6945-4821-9260-137E70E216E8}" destId="{6786630C-9EC0-454C-8BFD-3F94E1015EF1}" srcOrd="7" destOrd="0" presId="urn:microsoft.com/office/officeart/2008/layout/LinedList"/>
    <dgm:cxn modelId="{F8EB70FF-B311-4A19-B3F8-1FAF2AC476F3}" type="presParOf" srcId="{6786630C-9EC0-454C-8BFD-3F94E1015EF1}" destId="{AD455B82-9486-41BD-9CDC-CAD87BD1C244}" srcOrd="0" destOrd="0" presId="urn:microsoft.com/office/officeart/2008/layout/LinedList"/>
    <dgm:cxn modelId="{4EB5317D-1F51-4C4C-85AD-A84C148BF380}" type="presParOf" srcId="{6786630C-9EC0-454C-8BFD-3F94E1015EF1}" destId="{91698575-D773-4910-ADAF-EE52786F81ED}" srcOrd="1" destOrd="0" presId="urn:microsoft.com/office/officeart/2008/layout/LinedList"/>
    <dgm:cxn modelId="{5B6F9668-6A47-4554-8C9A-BC1FC25682A2}" type="presParOf" srcId="{D477C375-6945-4821-9260-137E70E216E8}" destId="{97FD0DB8-8175-41CE-9331-7F532B19D407}" srcOrd="8" destOrd="0" presId="urn:microsoft.com/office/officeart/2008/layout/LinedList"/>
    <dgm:cxn modelId="{9DD0230C-D861-4476-B44B-38AB779A33BB}" type="presParOf" srcId="{D477C375-6945-4821-9260-137E70E216E8}" destId="{AD6A39F9-CBA6-4460-B064-705D92698E6D}" srcOrd="9" destOrd="0" presId="urn:microsoft.com/office/officeart/2008/layout/LinedList"/>
    <dgm:cxn modelId="{10FF0E76-C3A6-468A-B8AA-7C2C26115F75}" type="presParOf" srcId="{AD6A39F9-CBA6-4460-B064-705D92698E6D}" destId="{7131F40B-47E1-4A3F-BDF9-5F10E45DB23D}" srcOrd="0" destOrd="0" presId="urn:microsoft.com/office/officeart/2008/layout/LinedList"/>
    <dgm:cxn modelId="{075CC04F-0E80-487C-A046-5564AAF11522}" type="presParOf" srcId="{AD6A39F9-CBA6-4460-B064-705D92698E6D}" destId="{45E286D1-9EB4-4E72-BC93-FE16999779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9863BE-84FB-429F-823C-20F0D9054180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C0E5905-0270-4D42-A7AA-00D520C4C6BC}">
      <dgm:prSet/>
      <dgm:spPr/>
      <dgm:t>
        <a:bodyPr/>
        <a:lstStyle/>
        <a:p>
          <a:r>
            <a:rPr lang="en-GB" b="1"/>
            <a:t>20:80 Test-Training Split</a:t>
          </a:r>
          <a:endParaRPr lang="en-US"/>
        </a:p>
      </dgm:t>
    </dgm:pt>
    <dgm:pt modelId="{814926AB-928E-4AA9-BED6-7E9EEEFC0C62}" type="parTrans" cxnId="{21BE7DFE-43ED-4014-92EC-D7E8587E638B}">
      <dgm:prSet/>
      <dgm:spPr/>
      <dgm:t>
        <a:bodyPr/>
        <a:lstStyle/>
        <a:p>
          <a:endParaRPr lang="en-US"/>
        </a:p>
      </dgm:t>
    </dgm:pt>
    <dgm:pt modelId="{8933E079-7586-4D08-B4D3-6E38D2651111}" type="sibTrans" cxnId="{21BE7DFE-43ED-4014-92EC-D7E8587E638B}">
      <dgm:prSet/>
      <dgm:spPr/>
      <dgm:t>
        <a:bodyPr/>
        <a:lstStyle/>
        <a:p>
          <a:endParaRPr lang="en-US"/>
        </a:p>
      </dgm:t>
    </dgm:pt>
    <dgm:pt modelId="{DED7574D-5986-45D0-B92B-05C8CA58AF99}">
      <dgm:prSet/>
      <dgm:spPr/>
      <dgm:t>
        <a:bodyPr/>
        <a:lstStyle/>
        <a:p>
          <a:r>
            <a:rPr lang="en-GB" b="1"/>
            <a:t>Regular training and fitting of six models:</a:t>
          </a:r>
          <a:endParaRPr lang="en-US"/>
        </a:p>
      </dgm:t>
    </dgm:pt>
    <dgm:pt modelId="{C38EA1D0-251A-4018-AED6-0CB6C7FA5652}" type="parTrans" cxnId="{F193C310-EF2F-4637-92C1-61BE20098AB9}">
      <dgm:prSet/>
      <dgm:spPr/>
      <dgm:t>
        <a:bodyPr/>
        <a:lstStyle/>
        <a:p>
          <a:endParaRPr lang="en-US"/>
        </a:p>
      </dgm:t>
    </dgm:pt>
    <dgm:pt modelId="{C432BF1E-27F9-4653-A63F-AFEDE65370D3}" type="sibTrans" cxnId="{F193C310-EF2F-4637-92C1-61BE20098AB9}">
      <dgm:prSet/>
      <dgm:spPr/>
      <dgm:t>
        <a:bodyPr/>
        <a:lstStyle/>
        <a:p>
          <a:endParaRPr lang="en-US"/>
        </a:p>
      </dgm:t>
    </dgm:pt>
    <dgm:pt modelId="{B79DDA30-4B76-4EC1-A083-8C2D8FEFAB58}">
      <dgm:prSet/>
      <dgm:spPr/>
      <dgm:t>
        <a:bodyPr/>
        <a:lstStyle/>
        <a:p>
          <a:r>
            <a:rPr lang="en-GB" b="1"/>
            <a:t>Linear Regression</a:t>
          </a:r>
          <a:endParaRPr lang="en-US"/>
        </a:p>
      </dgm:t>
    </dgm:pt>
    <dgm:pt modelId="{28548B70-84AD-42D3-A08B-4B8921FF401D}" type="parTrans" cxnId="{01370CF5-25F3-444E-80AB-346E15919E65}">
      <dgm:prSet/>
      <dgm:spPr/>
      <dgm:t>
        <a:bodyPr/>
        <a:lstStyle/>
        <a:p>
          <a:endParaRPr lang="en-US"/>
        </a:p>
      </dgm:t>
    </dgm:pt>
    <dgm:pt modelId="{E172E04A-904A-4A8B-B0A3-33CB60E43F28}" type="sibTrans" cxnId="{01370CF5-25F3-444E-80AB-346E15919E65}">
      <dgm:prSet/>
      <dgm:spPr/>
      <dgm:t>
        <a:bodyPr/>
        <a:lstStyle/>
        <a:p>
          <a:endParaRPr lang="en-US"/>
        </a:p>
      </dgm:t>
    </dgm:pt>
    <dgm:pt modelId="{24CC1B0A-794E-4546-AE07-948F4EAEE339}">
      <dgm:prSet/>
      <dgm:spPr/>
      <dgm:t>
        <a:bodyPr/>
        <a:lstStyle/>
        <a:p>
          <a:r>
            <a:rPr lang="en-GB" b="1"/>
            <a:t>Random Forest</a:t>
          </a:r>
          <a:endParaRPr lang="en-US"/>
        </a:p>
      </dgm:t>
    </dgm:pt>
    <dgm:pt modelId="{7AB6E708-276D-4BBB-A9D4-EBCA8703F3BC}" type="parTrans" cxnId="{300CBF4E-D462-47AE-A753-18F9A7F46F9F}">
      <dgm:prSet/>
      <dgm:spPr/>
      <dgm:t>
        <a:bodyPr/>
        <a:lstStyle/>
        <a:p>
          <a:endParaRPr lang="en-US"/>
        </a:p>
      </dgm:t>
    </dgm:pt>
    <dgm:pt modelId="{B090BC64-AF4A-4A63-B510-11C5EFC47146}" type="sibTrans" cxnId="{300CBF4E-D462-47AE-A753-18F9A7F46F9F}">
      <dgm:prSet/>
      <dgm:spPr/>
      <dgm:t>
        <a:bodyPr/>
        <a:lstStyle/>
        <a:p>
          <a:endParaRPr lang="en-US"/>
        </a:p>
      </dgm:t>
    </dgm:pt>
    <dgm:pt modelId="{D84714A3-EB0C-4022-A2B7-0F6F85A4D4D5}">
      <dgm:prSet/>
      <dgm:spPr/>
      <dgm:t>
        <a:bodyPr/>
        <a:lstStyle/>
        <a:p>
          <a:r>
            <a:rPr lang="en-GB" b="1"/>
            <a:t>Gradient Boosting</a:t>
          </a:r>
          <a:endParaRPr lang="en-US"/>
        </a:p>
      </dgm:t>
    </dgm:pt>
    <dgm:pt modelId="{63C4734D-4D61-49E2-97D4-C80F8973F4A7}" type="parTrans" cxnId="{8A4F4542-C07D-4096-BF03-1BA35DB237D1}">
      <dgm:prSet/>
      <dgm:spPr/>
      <dgm:t>
        <a:bodyPr/>
        <a:lstStyle/>
        <a:p>
          <a:endParaRPr lang="en-US"/>
        </a:p>
      </dgm:t>
    </dgm:pt>
    <dgm:pt modelId="{0388B9E6-C219-49B9-A4AD-E623515BFAC1}" type="sibTrans" cxnId="{8A4F4542-C07D-4096-BF03-1BA35DB237D1}">
      <dgm:prSet/>
      <dgm:spPr/>
      <dgm:t>
        <a:bodyPr/>
        <a:lstStyle/>
        <a:p>
          <a:endParaRPr lang="en-US"/>
        </a:p>
      </dgm:t>
    </dgm:pt>
    <dgm:pt modelId="{4562F1C9-829C-4A73-8AC6-1E5F1C105DA1}">
      <dgm:prSet/>
      <dgm:spPr/>
      <dgm:t>
        <a:bodyPr/>
        <a:lstStyle/>
        <a:p>
          <a:r>
            <a:rPr lang="en-GB" b="1"/>
            <a:t>Scale Vector Regression</a:t>
          </a:r>
          <a:endParaRPr lang="en-US"/>
        </a:p>
      </dgm:t>
    </dgm:pt>
    <dgm:pt modelId="{C1673535-9D06-4764-8902-8C5353A85F2E}" type="parTrans" cxnId="{0FEAA4A8-8ABA-48D9-8464-BA7E69CA572B}">
      <dgm:prSet/>
      <dgm:spPr/>
      <dgm:t>
        <a:bodyPr/>
        <a:lstStyle/>
        <a:p>
          <a:endParaRPr lang="en-US"/>
        </a:p>
      </dgm:t>
    </dgm:pt>
    <dgm:pt modelId="{7C34A1D4-606A-4818-B87E-A2580709831F}" type="sibTrans" cxnId="{0FEAA4A8-8ABA-48D9-8464-BA7E69CA572B}">
      <dgm:prSet/>
      <dgm:spPr/>
      <dgm:t>
        <a:bodyPr/>
        <a:lstStyle/>
        <a:p>
          <a:endParaRPr lang="en-US"/>
        </a:p>
      </dgm:t>
    </dgm:pt>
    <dgm:pt modelId="{F45C7D31-A37B-4458-8821-BB0EC4F581E1}">
      <dgm:prSet/>
      <dgm:spPr/>
      <dgm:t>
        <a:bodyPr/>
        <a:lstStyle/>
        <a:p>
          <a:r>
            <a:rPr lang="en-GB" b="1"/>
            <a:t>Ridge Regression</a:t>
          </a:r>
          <a:endParaRPr lang="en-US"/>
        </a:p>
      </dgm:t>
    </dgm:pt>
    <dgm:pt modelId="{256FAE80-1EA8-48F5-9AF0-B5A4E7E7A155}" type="parTrans" cxnId="{4038A107-27D0-472B-9CC9-579606B3EB47}">
      <dgm:prSet/>
      <dgm:spPr/>
      <dgm:t>
        <a:bodyPr/>
        <a:lstStyle/>
        <a:p>
          <a:endParaRPr lang="en-US"/>
        </a:p>
      </dgm:t>
    </dgm:pt>
    <dgm:pt modelId="{A70F15F3-D55D-474B-88BE-EBCFDA1C0708}" type="sibTrans" cxnId="{4038A107-27D0-472B-9CC9-579606B3EB47}">
      <dgm:prSet/>
      <dgm:spPr/>
      <dgm:t>
        <a:bodyPr/>
        <a:lstStyle/>
        <a:p>
          <a:endParaRPr lang="en-US"/>
        </a:p>
      </dgm:t>
    </dgm:pt>
    <dgm:pt modelId="{BB007C1E-F772-4F07-85C1-07AA347964D2}">
      <dgm:prSet/>
      <dgm:spPr/>
      <dgm:t>
        <a:bodyPr/>
        <a:lstStyle/>
        <a:p>
          <a:r>
            <a:rPr lang="en-GB" b="1"/>
            <a:t>Lasso Regression</a:t>
          </a:r>
          <a:endParaRPr lang="en-US"/>
        </a:p>
      </dgm:t>
    </dgm:pt>
    <dgm:pt modelId="{D820C6D9-E3EA-4CB3-8E04-B87725E173F8}" type="parTrans" cxnId="{7344FD53-4051-4370-9ECF-66739EA80CA2}">
      <dgm:prSet/>
      <dgm:spPr/>
      <dgm:t>
        <a:bodyPr/>
        <a:lstStyle/>
        <a:p>
          <a:endParaRPr lang="en-US"/>
        </a:p>
      </dgm:t>
    </dgm:pt>
    <dgm:pt modelId="{B79423B5-3776-4F00-8FEA-80523D533E69}" type="sibTrans" cxnId="{7344FD53-4051-4370-9ECF-66739EA80CA2}">
      <dgm:prSet/>
      <dgm:spPr/>
      <dgm:t>
        <a:bodyPr/>
        <a:lstStyle/>
        <a:p>
          <a:endParaRPr lang="en-US"/>
        </a:p>
      </dgm:t>
    </dgm:pt>
    <dgm:pt modelId="{B7A3C5F7-969D-4B8E-817B-1FC2810BBD72}" type="pres">
      <dgm:prSet presAssocID="{D19863BE-84FB-429F-823C-20F0D905418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227D592-0CFB-49A3-A4F8-2D6E32ED775C}" type="pres">
      <dgm:prSet presAssocID="{7C0E5905-0270-4D42-A7AA-00D520C4C6BC}" presName="hierRoot1" presStyleCnt="0">
        <dgm:presLayoutVars>
          <dgm:hierBranch val="init"/>
        </dgm:presLayoutVars>
      </dgm:prSet>
      <dgm:spPr/>
    </dgm:pt>
    <dgm:pt modelId="{A4AF7160-F7F9-44E1-9A6E-EB440C720A20}" type="pres">
      <dgm:prSet presAssocID="{7C0E5905-0270-4D42-A7AA-00D520C4C6BC}" presName="rootComposite1" presStyleCnt="0"/>
      <dgm:spPr/>
    </dgm:pt>
    <dgm:pt modelId="{5B8F43D4-6CD9-4A1F-8C10-161A68FBD649}" type="pres">
      <dgm:prSet presAssocID="{7C0E5905-0270-4D42-A7AA-00D520C4C6BC}" presName="rootText1" presStyleLbl="node0" presStyleIdx="0" presStyleCnt="2">
        <dgm:presLayoutVars>
          <dgm:chPref val="3"/>
        </dgm:presLayoutVars>
      </dgm:prSet>
      <dgm:spPr/>
    </dgm:pt>
    <dgm:pt modelId="{F311E9CE-901D-4E4A-9CF8-B185B49B5FB0}" type="pres">
      <dgm:prSet presAssocID="{7C0E5905-0270-4D42-A7AA-00D520C4C6BC}" presName="rootConnector1" presStyleLbl="node1" presStyleIdx="0" presStyleCnt="0"/>
      <dgm:spPr/>
    </dgm:pt>
    <dgm:pt modelId="{5EED3419-40A4-49D3-917D-7B56091592CC}" type="pres">
      <dgm:prSet presAssocID="{7C0E5905-0270-4D42-A7AA-00D520C4C6BC}" presName="hierChild2" presStyleCnt="0"/>
      <dgm:spPr/>
    </dgm:pt>
    <dgm:pt modelId="{A3BDDC52-727B-405A-96CF-A2E80C716DEF}" type="pres">
      <dgm:prSet presAssocID="{7C0E5905-0270-4D42-A7AA-00D520C4C6BC}" presName="hierChild3" presStyleCnt="0"/>
      <dgm:spPr/>
    </dgm:pt>
    <dgm:pt modelId="{FDBE32C4-0F0A-41CC-A515-17ACBA6F8A45}" type="pres">
      <dgm:prSet presAssocID="{DED7574D-5986-45D0-B92B-05C8CA58AF99}" presName="hierRoot1" presStyleCnt="0">
        <dgm:presLayoutVars>
          <dgm:hierBranch val="init"/>
        </dgm:presLayoutVars>
      </dgm:prSet>
      <dgm:spPr/>
    </dgm:pt>
    <dgm:pt modelId="{EB42187F-38DF-4988-A0A8-BCD7B956BEC2}" type="pres">
      <dgm:prSet presAssocID="{DED7574D-5986-45D0-B92B-05C8CA58AF99}" presName="rootComposite1" presStyleCnt="0"/>
      <dgm:spPr/>
    </dgm:pt>
    <dgm:pt modelId="{CECC4D38-F49D-4B5F-A4A5-D7D8458679EF}" type="pres">
      <dgm:prSet presAssocID="{DED7574D-5986-45D0-B92B-05C8CA58AF99}" presName="rootText1" presStyleLbl="node0" presStyleIdx="1" presStyleCnt="2">
        <dgm:presLayoutVars>
          <dgm:chPref val="3"/>
        </dgm:presLayoutVars>
      </dgm:prSet>
      <dgm:spPr/>
    </dgm:pt>
    <dgm:pt modelId="{B5B3A495-51DB-452A-B89A-7FCFC5766001}" type="pres">
      <dgm:prSet presAssocID="{DED7574D-5986-45D0-B92B-05C8CA58AF99}" presName="rootConnector1" presStyleLbl="node1" presStyleIdx="0" presStyleCnt="0"/>
      <dgm:spPr/>
    </dgm:pt>
    <dgm:pt modelId="{7D5D8887-16A5-4AE1-A7B0-6324FFBEDF33}" type="pres">
      <dgm:prSet presAssocID="{DED7574D-5986-45D0-B92B-05C8CA58AF99}" presName="hierChild2" presStyleCnt="0"/>
      <dgm:spPr/>
    </dgm:pt>
    <dgm:pt modelId="{D3A74FE3-7C9F-4BF0-89FB-BE8312F90D98}" type="pres">
      <dgm:prSet presAssocID="{28548B70-84AD-42D3-A08B-4B8921FF401D}" presName="Name64" presStyleLbl="parChTrans1D2" presStyleIdx="0" presStyleCnt="6"/>
      <dgm:spPr/>
    </dgm:pt>
    <dgm:pt modelId="{FA9DA94B-27FF-4A86-BF5C-61D4D1FA2CA1}" type="pres">
      <dgm:prSet presAssocID="{B79DDA30-4B76-4EC1-A083-8C2D8FEFAB58}" presName="hierRoot2" presStyleCnt="0">
        <dgm:presLayoutVars>
          <dgm:hierBranch val="init"/>
        </dgm:presLayoutVars>
      </dgm:prSet>
      <dgm:spPr/>
    </dgm:pt>
    <dgm:pt modelId="{5E8C1173-29CF-48B7-ABC0-F6FCF72B4DFE}" type="pres">
      <dgm:prSet presAssocID="{B79DDA30-4B76-4EC1-A083-8C2D8FEFAB58}" presName="rootComposite" presStyleCnt="0"/>
      <dgm:spPr/>
    </dgm:pt>
    <dgm:pt modelId="{8945517D-A9B0-47CA-9AC0-4C1A26ABD214}" type="pres">
      <dgm:prSet presAssocID="{B79DDA30-4B76-4EC1-A083-8C2D8FEFAB58}" presName="rootText" presStyleLbl="node2" presStyleIdx="0" presStyleCnt="6">
        <dgm:presLayoutVars>
          <dgm:chPref val="3"/>
        </dgm:presLayoutVars>
      </dgm:prSet>
      <dgm:spPr/>
    </dgm:pt>
    <dgm:pt modelId="{A7B683E6-4CCD-4DAE-A87E-8F59613F8FF2}" type="pres">
      <dgm:prSet presAssocID="{B79DDA30-4B76-4EC1-A083-8C2D8FEFAB58}" presName="rootConnector" presStyleLbl="node2" presStyleIdx="0" presStyleCnt="6"/>
      <dgm:spPr/>
    </dgm:pt>
    <dgm:pt modelId="{3E9D5098-B572-447E-97EC-9085145B5384}" type="pres">
      <dgm:prSet presAssocID="{B79DDA30-4B76-4EC1-A083-8C2D8FEFAB58}" presName="hierChild4" presStyleCnt="0"/>
      <dgm:spPr/>
    </dgm:pt>
    <dgm:pt modelId="{B0E0B57C-15E0-4D53-9C20-018297958711}" type="pres">
      <dgm:prSet presAssocID="{B79DDA30-4B76-4EC1-A083-8C2D8FEFAB58}" presName="hierChild5" presStyleCnt="0"/>
      <dgm:spPr/>
    </dgm:pt>
    <dgm:pt modelId="{1A4E984F-7D14-485C-980B-C25F8C023511}" type="pres">
      <dgm:prSet presAssocID="{7AB6E708-276D-4BBB-A9D4-EBCA8703F3BC}" presName="Name64" presStyleLbl="parChTrans1D2" presStyleIdx="1" presStyleCnt="6"/>
      <dgm:spPr/>
    </dgm:pt>
    <dgm:pt modelId="{8BBE9584-E517-4684-BEF6-7E84D86B5BE0}" type="pres">
      <dgm:prSet presAssocID="{24CC1B0A-794E-4546-AE07-948F4EAEE339}" presName="hierRoot2" presStyleCnt="0">
        <dgm:presLayoutVars>
          <dgm:hierBranch val="init"/>
        </dgm:presLayoutVars>
      </dgm:prSet>
      <dgm:spPr/>
    </dgm:pt>
    <dgm:pt modelId="{D240724E-CC89-4B49-B7DE-29A23B943F20}" type="pres">
      <dgm:prSet presAssocID="{24CC1B0A-794E-4546-AE07-948F4EAEE339}" presName="rootComposite" presStyleCnt="0"/>
      <dgm:spPr/>
    </dgm:pt>
    <dgm:pt modelId="{93724767-07FA-482F-AD39-6AA99E02D7B5}" type="pres">
      <dgm:prSet presAssocID="{24CC1B0A-794E-4546-AE07-948F4EAEE339}" presName="rootText" presStyleLbl="node2" presStyleIdx="1" presStyleCnt="6">
        <dgm:presLayoutVars>
          <dgm:chPref val="3"/>
        </dgm:presLayoutVars>
      </dgm:prSet>
      <dgm:spPr/>
    </dgm:pt>
    <dgm:pt modelId="{10A9698A-B9AA-420E-AED9-CCEC5D466E00}" type="pres">
      <dgm:prSet presAssocID="{24CC1B0A-794E-4546-AE07-948F4EAEE339}" presName="rootConnector" presStyleLbl="node2" presStyleIdx="1" presStyleCnt="6"/>
      <dgm:spPr/>
    </dgm:pt>
    <dgm:pt modelId="{6D85243B-A673-49BF-A17A-14FEB03303F0}" type="pres">
      <dgm:prSet presAssocID="{24CC1B0A-794E-4546-AE07-948F4EAEE339}" presName="hierChild4" presStyleCnt="0"/>
      <dgm:spPr/>
    </dgm:pt>
    <dgm:pt modelId="{29B7C648-3694-44F1-8153-0433CAA0BBEF}" type="pres">
      <dgm:prSet presAssocID="{24CC1B0A-794E-4546-AE07-948F4EAEE339}" presName="hierChild5" presStyleCnt="0"/>
      <dgm:spPr/>
    </dgm:pt>
    <dgm:pt modelId="{49A21662-3E8B-4DC2-9404-C4C26BC65544}" type="pres">
      <dgm:prSet presAssocID="{63C4734D-4D61-49E2-97D4-C80F8973F4A7}" presName="Name64" presStyleLbl="parChTrans1D2" presStyleIdx="2" presStyleCnt="6"/>
      <dgm:spPr/>
    </dgm:pt>
    <dgm:pt modelId="{B29F364A-9C48-4DAB-A6E9-E1D5CA6538A0}" type="pres">
      <dgm:prSet presAssocID="{D84714A3-EB0C-4022-A2B7-0F6F85A4D4D5}" presName="hierRoot2" presStyleCnt="0">
        <dgm:presLayoutVars>
          <dgm:hierBranch val="init"/>
        </dgm:presLayoutVars>
      </dgm:prSet>
      <dgm:spPr/>
    </dgm:pt>
    <dgm:pt modelId="{40DD6990-CB1E-4837-B5DF-BCE4A327F1FF}" type="pres">
      <dgm:prSet presAssocID="{D84714A3-EB0C-4022-A2B7-0F6F85A4D4D5}" presName="rootComposite" presStyleCnt="0"/>
      <dgm:spPr/>
    </dgm:pt>
    <dgm:pt modelId="{78E81AA3-E644-4D77-8067-0C4802E14559}" type="pres">
      <dgm:prSet presAssocID="{D84714A3-EB0C-4022-A2B7-0F6F85A4D4D5}" presName="rootText" presStyleLbl="node2" presStyleIdx="2" presStyleCnt="6">
        <dgm:presLayoutVars>
          <dgm:chPref val="3"/>
        </dgm:presLayoutVars>
      </dgm:prSet>
      <dgm:spPr/>
    </dgm:pt>
    <dgm:pt modelId="{8B6B4D4E-E77E-4F73-B51A-294880A70A61}" type="pres">
      <dgm:prSet presAssocID="{D84714A3-EB0C-4022-A2B7-0F6F85A4D4D5}" presName="rootConnector" presStyleLbl="node2" presStyleIdx="2" presStyleCnt="6"/>
      <dgm:spPr/>
    </dgm:pt>
    <dgm:pt modelId="{875DA353-BB5B-418D-8847-05424232E3FB}" type="pres">
      <dgm:prSet presAssocID="{D84714A3-EB0C-4022-A2B7-0F6F85A4D4D5}" presName="hierChild4" presStyleCnt="0"/>
      <dgm:spPr/>
    </dgm:pt>
    <dgm:pt modelId="{BE8CA079-54B5-417E-9FB8-E4A375BA5ECD}" type="pres">
      <dgm:prSet presAssocID="{D84714A3-EB0C-4022-A2B7-0F6F85A4D4D5}" presName="hierChild5" presStyleCnt="0"/>
      <dgm:spPr/>
    </dgm:pt>
    <dgm:pt modelId="{2DE34ED6-D6D4-4789-95E1-55293C93AA24}" type="pres">
      <dgm:prSet presAssocID="{C1673535-9D06-4764-8902-8C5353A85F2E}" presName="Name64" presStyleLbl="parChTrans1D2" presStyleIdx="3" presStyleCnt="6"/>
      <dgm:spPr/>
    </dgm:pt>
    <dgm:pt modelId="{652A3769-58B7-4A07-804A-566B45BB8B8C}" type="pres">
      <dgm:prSet presAssocID="{4562F1C9-829C-4A73-8AC6-1E5F1C105DA1}" presName="hierRoot2" presStyleCnt="0">
        <dgm:presLayoutVars>
          <dgm:hierBranch val="init"/>
        </dgm:presLayoutVars>
      </dgm:prSet>
      <dgm:spPr/>
    </dgm:pt>
    <dgm:pt modelId="{705AC0B2-F390-41CD-BC9A-762F55F85CB4}" type="pres">
      <dgm:prSet presAssocID="{4562F1C9-829C-4A73-8AC6-1E5F1C105DA1}" presName="rootComposite" presStyleCnt="0"/>
      <dgm:spPr/>
    </dgm:pt>
    <dgm:pt modelId="{717C3A69-A248-4BA2-9BF2-6A10051A1B5C}" type="pres">
      <dgm:prSet presAssocID="{4562F1C9-829C-4A73-8AC6-1E5F1C105DA1}" presName="rootText" presStyleLbl="node2" presStyleIdx="3" presStyleCnt="6">
        <dgm:presLayoutVars>
          <dgm:chPref val="3"/>
        </dgm:presLayoutVars>
      </dgm:prSet>
      <dgm:spPr/>
    </dgm:pt>
    <dgm:pt modelId="{CA08BBE1-9DF7-4165-A3A6-7B63C62CD3D2}" type="pres">
      <dgm:prSet presAssocID="{4562F1C9-829C-4A73-8AC6-1E5F1C105DA1}" presName="rootConnector" presStyleLbl="node2" presStyleIdx="3" presStyleCnt="6"/>
      <dgm:spPr/>
    </dgm:pt>
    <dgm:pt modelId="{84A25BBE-2099-44BD-94AD-AD68C6FE9E06}" type="pres">
      <dgm:prSet presAssocID="{4562F1C9-829C-4A73-8AC6-1E5F1C105DA1}" presName="hierChild4" presStyleCnt="0"/>
      <dgm:spPr/>
    </dgm:pt>
    <dgm:pt modelId="{5ECFCC99-F692-4F3B-8669-34895F379BD3}" type="pres">
      <dgm:prSet presAssocID="{4562F1C9-829C-4A73-8AC6-1E5F1C105DA1}" presName="hierChild5" presStyleCnt="0"/>
      <dgm:spPr/>
    </dgm:pt>
    <dgm:pt modelId="{D0B2592C-93F4-4157-AD35-0B4EEC02657C}" type="pres">
      <dgm:prSet presAssocID="{256FAE80-1EA8-48F5-9AF0-B5A4E7E7A155}" presName="Name64" presStyleLbl="parChTrans1D2" presStyleIdx="4" presStyleCnt="6"/>
      <dgm:spPr/>
    </dgm:pt>
    <dgm:pt modelId="{B55E461A-A896-4E48-BD2F-E24E8FD5D64D}" type="pres">
      <dgm:prSet presAssocID="{F45C7D31-A37B-4458-8821-BB0EC4F581E1}" presName="hierRoot2" presStyleCnt="0">
        <dgm:presLayoutVars>
          <dgm:hierBranch val="init"/>
        </dgm:presLayoutVars>
      </dgm:prSet>
      <dgm:spPr/>
    </dgm:pt>
    <dgm:pt modelId="{D8F69EA5-76C0-4302-A684-9CB67228F1EA}" type="pres">
      <dgm:prSet presAssocID="{F45C7D31-A37B-4458-8821-BB0EC4F581E1}" presName="rootComposite" presStyleCnt="0"/>
      <dgm:spPr/>
    </dgm:pt>
    <dgm:pt modelId="{593321DF-FC2B-437D-A207-BB6715CFCF58}" type="pres">
      <dgm:prSet presAssocID="{F45C7D31-A37B-4458-8821-BB0EC4F581E1}" presName="rootText" presStyleLbl="node2" presStyleIdx="4" presStyleCnt="6">
        <dgm:presLayoutVars>
          <dgm:chPref val="3"/>
        </dgm:presLayoutVars>
      </dgm:prSet>
      <dgm:spPr/>
    </dgm:pt>
    <dgm:pt modelId="{05E0F91D-C530-4684-AB68-584703527366}" type="pres">
      <dgm:prSet presAssocID="{F45C7D31-A37B-4458-8821-BB0EC4F581E1}" presName="rootConnector" presStyleLbl="node2" presStyleIdx="4" presStyleCnt="6"/>
      <dgm:spPr/>
    </dgm:pt>
    <dgm:pt modelId="{314BC188-B0CE-4816-B708-D8A56A15B25E}" type="pres">
      <dgm:prSet presAssocID="{F45C7D31-A37B-4458-8821-BB0EC4F581E1}" presName="hierChild4" presStyleCnt="0"/>
      <dgm:spPr/>
    </dgm:pt>
    <dgm:pt modelId="{94CE5B87-4762-4486-A56A-E0AEAD8FC962}" type="pres">
      <dgm:prSet presAssocID="{F45C7D31-A37B-4458-8821-BB0EC4F581E1}" presName="hierChild5" presStyleCnt="0"/>
      <dgm:spPr/>
    </dgm:pt>
    <dgm:pt modelId="{623A8D23-0E9D-4A0B-8D3B-7FB63E17D1BE}" type="pres">
      <dgm:prSet presAssocID="{D820C6D9-E3EA-4CB3-8E04-B87725E173F8}" presName="Name64" presStyleLbl="parChTrans1D2" presStyleIdx="5" presStyleCnt="6"/>
      <dgm:spPr/>
    </dgm:pt>
    <dgm:pt modelId="{27032EE6-B31F-4A86-B236-6B6CE6F9E5E5}" type="pres">
      <dgm:prSet presAssocID="{BB007C1E-F772-4F07-85C1-07AA347964D2}" presName="hierRoot2" presStyleCnt="0">
        <dgm:presLayoutVars>
          <dgm:hierBranch val="init"/>
        </dgm:presLayoutVars>
      </dgm:prSet>
      <dgm:spPr/>
    </dgm:pt>
    <dgm:pt modelId="{D615275B-EF22-4DE4-964D-A04571B9E5A1}" type="pres">
      <dgm:prSet presAssocID="{BB007C1E-F772-4F07-85C1-07AA347964D2}" presName="rootComposite" presStyleCnt="0"/>
      <dgm:spPr/>
    </dgm:pt>
    <dgm:pt modelId="{188CA08B-1635-4F08-91B7-023EB8D6A850}" type="pres">
      <dgm:prSet presAssocID="{BB007C1E-F772-4F07-85C1-07AA347964D2}" presName="rootText" presStyleLbl="node2" presStyleIdx="5" presStyleCnt="6">
        <dgm:presLayoutVars>
          <dgm:chPref val="3"/>
        </dgm:presLayoutVars>
      </dgm:prSet>
      <dgm:spPr/>
    </dgm:pt>
    <dgm:pt modelId="{D25E6A8D-FA91-4899-A9A5-029164D61599}" type="pres">
      <dgm:prSet presAssocID="{BB007C1E-F772-4F07-85C1-07AA347964D2}" presName="rootConnector" presStyleLbl="node2" presStyleIdx="5" presStyleCnt="6"/>
      <dgm:spPr/>
    </dgm:pt>
    <dgm:pt modelId="{104D5E82-4B4A-4F13-9E2D-D0FFED736ABA}" type="pres">
      <dgm:prSet presAssocID="{BB007C1E-F772-4F07-85C1-07AA347964D2}" presName="hierChild4" presStyleCnt="0"/>
      <dgm:spPr/>
    </dgm:pt>
    <dgm:pt modelId="{AB7CD1A3-5CB8-4DBD-8241-156182DC0503}" type="pres">
      <dgm:prSet presAssocID="{BB007C1E-F772-4F07-85C1-07AA347964D2}" presName="hierChild5" presStyleCnt="0"/>
      <dgm:spPr/>
    </dgm:pt>
    <dgm:pt modelId="{F991D808-A4E3-4B02-8AE8-9EBA8FB6FFF4}" type="pres">
      <dgm:prSet presAssocID="{DED7574D-5986-45D0-B92B-05C8CA58AF99}" presName="hierChild3" presStyleCnt="0"/>
      <dgm:spPr/>
    </dgm:pt>
  </dgm:ptLst>
  <dgm:cxnLst>
    <dgm:cxn modelId="{3224A504-4005-4618-968A-553164444BB5}" type="presOf" srcId="{24CC1B0A-794E-4546-AE07-948F4EAEE339}" destId="{10A9698A-B9AA-420E-AED9-CCEC5D466E00}" srcOrd="1" destOrd="0" presId="urn:microsoft.com/office/officeart/2009/3/layout/HorizontalOrganizationChart"/>
    <dgm:cxn modelId="{4038A107-27D0-472B-9CC9-579606B3EB47}" srcId="{DED7574D-5986-45D0-B92B-05C8CA58AF99}" destId="{F45C7D31-A37B-4458-8821-BB0EC4F581E1}" srcOrd="4" destOrd="0" parTransId="{256FAE80-1EA8-48F5-9AF0-B5A4E7E7A155}" sibTransId="{A70F15F3-D55D-474B-88BE-EBCFDA1C0708}"/>
    <dgm:cxn modelId="{E5FD0A0D-A9DA-4DEA-B27C-0482F18F3615}" type="presOf" srcId="{4562F1C9-829C-4A73-8AC6-1E5F1C105DA1}" destId="{717C3A69-A248-4BA2-9BF2-6A10051A1B5C}" srcOrd="0" destOrd="0" presId="urn:microsoft.com/office/officeart/2009/3/layout/HorizontalOrganizationChart"/>
    <dgm:cxn modelId="{F71C0C10-A82E-4BCB-9CCF-B57970C09CC9}" type="presOf" srcId="{7C0E5905-0270-4D42-A7AA-00D520C4C6BC}" destId="{5B8F43D4-6CD9-4A1F-8C10-161A68FBD649}" srcOrd="0" destOrd="0" presId="urn:microsoft.com/office/officeart/2009/3/layout/HorizontalOrganizationChart"/>
    <dgm:cxn modelId="{F193C310-EF2F-4637-92C1-61BE20098AB9}" srcId="{D19863BE-84FB-429F-823C-20F0D9054180}" destId="{DED7574D-5986-45D0-B92B-05C8CA58AF99}" srcOrd="1" destOrd="0" parTransId="{C38EA1D0-251A-4018-AED6-0CB6C7FA5652}" sibTransId="{C432BF1E-27F9-4653-A63F-AFEDE65370D3}"/>
    <dgm:cxn modelId="{DC347911-7C48-4D64-89DF-13E3CA633B57}" type="presOf" srcId="{24CC1B0A-794E-4546-AE07-948F4EAEE339}" destId="{93724767-07FA-482F-AD39-6AA99E02D7B5}" srcOrd="0" destOrd="0" presId="urn:microsoft.com/office/officeart/2009/3/layout/HorizontalOrganizationChart"/>
    <dgm:cxn modelId="{A602532A-0420-4365-AEE8-571CD55840F6}" type="presOf" srcId="{D820C6D9-E3EA-4CB3-8E04-B87725E173F8}" destId="{623A8D23-0E9D-4A0B-8D3B-7FB63E17D1BE}" srcOrd="0" destOrd="0" presId="urn:microsoft.com/office/officeart/2009/3/layout/HorizontalOrganizationChart"/>
    <dgm:cxn modelId="{2CBC1832-49AA-43B8-99BB-3F459DC461CE}" type="presOf" srcId="{D19863BE-84FB-429F-823C-20F0D9054180}" destId="{B7A3C5F7-969D-4B8E-817B-1FC2810BBD72}" srcOrd="0" destOrd="0" presId="urn:microsoft.com/office/officeart/2009/3/layout/HorizontalOrganizationChart"/>
    <dgm:cxn modelId="{8A4F4542-C07D-4096-BF03-1BA35DB237D1}" srcId="{DED7574D-5986-45D0-B92B-05C8CA58AF99}" destId="{D84714A3-EB0C-4022-A2B7-0F6F85A4D4D5}" srcOrd="2" destOrd="0" parTransId="{63C4734D-4D61-49E2-97D4-C80F8973F4A7}" sibTransId="{0388B9E6-C219-49B9-A4AD-E623515BFAC1}"/>
    <dgm:cxn modelId="{34C8EE45-9543-4812-9728-957F091589B2}" type="presOf" srcId="{BB007C1E-F772-4F07-85C1-07AA347964D2}" destId="{188CA08B-1635-4F08-91B7-023EB8D6A850}" srcOrd="0" destOrd="0" presId="urn:microsoft.com/office/officeart/2009/3/layout/HorizontalOrganizationChart"/>
    <dgm:cxn modelId="{E96C924A-978D-4341-9E7E-C22B7C4F1FFA}" type="presOf" srcId="{DED7574D-5986-45D0-B92B-05C8CA58AF99}" destId="{B5B3A495-51DB-452A-B89A-7FCFC5766001}" srcOrd="1" destOrd="0" presId="urn:microsoft.com/office/officeart/2009/3/layout/HorizontalOrganizationChart"/>
    <dgm:cxn modelId="{32F8FF6D-CB67-48B8-8A3E-9E46834DE2E0}" type="presOf" srcId="{4562F1C9-829C-4A73-8AC6-1E5F1C105DA1}" destId="{CA08BBE1-9DF7-4165-A3A6-7B63C62CD3D2}" srcOrd="1" destOrd="0" presId="urn:microsoft.com/office/officeart/2009/3/layout/HorizontalOrganizationChart"/>
    <dgm:cxn modelId="{300CBF4E-D462-47AE-A753-18F9A7F46F9F}" srcId="{DED7574D-5986-45D0-B92B-05C8CA58AF99}" destId="{24CC1B0A-794E-4546-AE07-948F4EAEE339}" srcOrd="1" destOrd="0" parTransId="{7AB6E708-276D-4BBB-A9D4-EBCA8703F3BC}" sibTransId="{B090BC64-AF4A-4A63-B510-11C5EFC47146}"/>
    <dgm:cxn modelId="{ECEF9150-95BE-48B7-832E-CA35D7F53EAC}" type="presOf" srcId="{B79DDA30-4B76-4EC1-A083-8C2D8FEFAB58}" destId="{A7B683E6-4CCD-4DAE-A87E-8F59613F8FF2}" srcOrd="1" destOrd="0" presId="urn:microsoft.com/office/officeart/2009/3/layout/HorizontalOrganizationChart"/>
    <dgm:cxn modelId="{FA20A771-C886-4503-8617-DD5276D54CD2}" type="presOf" srcId="{F45C7D31-A37B-4458-8821-BB0EC4F581E1}" destId="{05E0F91D-C530-4684-AB68-584703527366}" srcOrd="1" destOrd="0" presId="urn:microsoft.com/office/officeart/2009/3/layout/HorizontalOrganizationChart"/>
    <dgm:cxn modelId="{7344FD53-4051-4370-9ECF-66739EA80CA2}" srcId="{DED7574D-5986-45D0-B92B-05C8CA58AF99}" destId="{BB007C1E-F772-4F07-85C1-07AA347964D2}" srcOrd="5" destOrd="0" parTransId="{D820C6D9-E3EA-4CB3-8E04-B87725E173F8}" sibTransId="{B79423B5-3776-4F00-8FEA-80523D533E69}"/>
    <dgm:cxn modelId="{2262D376-799A-42F2-98AA-59FD68A7B06F}" type="presOf" srcId="{F45C7D31-A37B-4458-8821-BB0EC4F581E1}" destId="{593321DF-FC2B-437D-A207-BB6715CFCF58}" srcOrd="0" destOrd="0" presId="urn:microsoft.com/office/officeart/2009/3/layout/HorizontalOrganizationChart"/>
    <dgm:cxn modelId="{F595A07F-1EA0-4DDF-9CFB-CB50BDCE4D28}" type="presOf" srcId="{DED7574D-5986-45D0-B92B-05C8CA58AF99}" destId="{CECC4D38-F49D-4B5F-A4A5-D7D8458679EF}" srcOrd="0" destOrd="0" presId="urn:microsoft.com/office/officeart/2009/3/layout/HorizontalOrganizationChart"/>
    <dgm:cxn modelId="{4D863486-FA70-4AB0-BA37-57F11846BFDD}" type="presOf" srcId="{7C0E5905-0270-4D42-A7AA-00D520C4C6BC}" destId="{F311E9CE-901D-4E4A-9CF8-B185B49B5FB0}" srcOrd="1" destOrd="0" presId="urn:microsoft.com/office/officeart/2009/3/layout/HorizontalOrganizationChart"/>
    <dgm:cxn modelId="{BF414498-5F58-4291-906A-6D724F5B75EE}" type="presOf" srcId="{D84714A3-EB0C-4022-A2B7-0F6F85A4D4D5}" destId="{8B6B4D4E-E77E-4F73-B51A-294880A70A61}" srcOrd="1" destOrd="0" presId="urn:microsoft.com/office/officeart/2009/3/layout/HorizontalOrganizationChart"/>
    <dgm:cxn modelId="{B8F2BBA5-7A69-4104-8C02-B32D171CF540}" type="presOf" srcId="{63C4734D-4D61-49E2-97D4-C80F8973F4A7}" destId="{49A21662-3E8B-4DC2-9404-C4C26BC65544}" srcOrd="0" destOrd="0" presId="urn:microsoft.com/office/officeart/2009/3/layout/HorizontalOrganizationChart"/>
    <dgm:cxn modelId="{0FEAA4A8-8ABA-48D9-8464-BA7E69CA572B}" srcId="{DED7574D-5986-45D0-B92B-05C8CA58AF99}" destId="{4562F1C9-829C-4A73-8AC6-1E5F1C105DA1}" srcOrd="3" destOrd="0" parTransId="{C1673535-9D06-4764-8902-8C5353A85F2E}" sibTransId="{7C34A1D4-606A-4818-B87E-A2580709831F}"/>
    <dgm:cxn modelId="{2AF0CDB6-11E3-4252-9DA3-ED9164294184}" type="presOf" srcId="{BB007C1E-F772-4F07-85C1-07AA347964D2}" destId="{D25E6A8D-FA91-4899-A9A5-029164D61599}" srcOrd="1" destOrd="0" presId="urn:microsoft.com/office/officeart/2009/3/layout/HorizontalOrganizationChart"/>
    <dgm:cxn modelId="{C3C56CCA-3B40-4D41-ABCC-3D3EBC6D8E67}" type="presOf" srcId="{7AB6E708-276D-4BBB-A9D4-EBCA8703F3BC}" destId="{1A4E984F-7D14-485C-980B-C25F8C023511}" srcOrd="0" destOrd="0" presId="urn:microsoft.com/office/officeart/2009/3/layout/HorizontalOrganizationChart"/>
    <dgm:cxn modelId="{8E97AEDF-DC6F-4DF2-9443-A552D6EFC998}" type="presOf" srcId="{B79DDA30-4B76-4EC1-A083-8C2D8FEFAB58}" destId="{8945517D-A9B0-47CA-9AC0-4C1A26ABD214}" srcOrd="0" destOrd="0" presId="urn:microsoft.com/office/officeart/2009/3/layout/HorizontalOrganizationChart"/>
    <dgm:cxn modelId="{062B42E5-4261-4686-AA2F-93A69E3C568A}" type="presOf" srcId="{C1673535-9D06-4764-8902-8C5353A85F2E}" destId="{2DE34ED6-D6D4-4789-95E1-55293C93AA24}" srcOrd="0" destOrd="0" presId="urn:microsoft.com/office/officeart/2009/3/layout/HorizontalOrganizationChart"/>
    <dgm:cxn modelId="{01370CF5-25F3-444E-80AB-346E15919E65}" srcId="{DED7574D-5986-45D0-B92B-05C8CA58AF99}" destId="{B79DDA30-4B76-4EC1-A083-8C2D8FEFAB58}" srcOrd="0" destOrd="0" parTransId="{28548B70-84AD-42D3-A08B-4B8921FF401D}" sibTransId="{E172E04A-904A-4A8B-B0A3-33CB60E43F28}"/>
    <dgm:cxn modelId="{0FFB4CFA-EF4E-4218-9B99-E6534467F32A}" type="presOf" srcId="{256FAE80-1EA8-48F5-9AF0-B5A4E7E7A155}" destId="{D0B2592C-93F4-4157-AD35-0B4EEC02657C}" srcOrd="0" destOrd="0" presId="urn:microsoft.com/office/officeart/2009/3/layout/HorizontalOrganizationChart"/>
    <dgm:cxn modelId="{985DCFFC-D9AA-4D2F-B11B-A7A7E9B9E7EC}" type="presOf" srcId="{D84714A3-EB0C-4022-A2B7-0F6F85A4D4D5}" destId="{78E81AA3-E644-4D77-8067-0C4802E14559}" srcOrd="0" destOrd="0" presId="urn:microsoft.com/office/officeart/2009/3/layout/HorizontalOrganizationChart"/>
    <dgm:cxn modelId="{CAB441FE-C6E0-450E-A253-137656B1EABF}" type="presOf" srcId="{28548B70-84AD-42D3-A08B-4B8921FF401D}" destId="{D3A74FE3-7C9F-4BF0-89FB-BE8312F90D98}" srcOrd="0" destOrd="0" presId="urn:microsoft.com/office/officeart/2009/3/layout/HorizontalOrganizationChart"/>
    <dgm:cxn modelId="{21BE7DFE-43ED-4014-92EC-D7E8587E638B}" srcId="{D19863BE-84FB-429F-823C-20F0D9054180}" destId="{7C0E5905-0270-4D42-A7AA-00D520C4C6BC}" srcOrd="0" destOrd="0" parTransId="{814926AB-928E-4AA9-BED6-7E9EEEFC0C62}" sibTransId="{8933E079-7586-4D08-B4D3-6E38D2651111}"/>
    <dgm:cxn modelId="{CD5BB3F1-8EC2-4736-9A32-F4093237A49F}" type="presParOf" srcId="{B7A3C5F7-969D-4B8E-817B-1FC2810BBD72}" destId="{4227D592-0CFB-49A3-A4F8-2D6E32ED775C}" srcOrd="0" destOrd="0" presId="urn:microsoft.com/office/officeart/2009/3/layout/HorizontalOrganizationChart"/>
    <dgm:cxn modelId="{4E87DBD0-AEB3-455C-865E-7A081521FCBC}" type="presParOf" srcId="{4227D592-0CFB-49A3-A4F8-2D6E32ED775C}" destId="{A4AF7160-F7F9-44E1-9A6E-EB440C720A20}" srcOrd="0" destOrd="0" presId="urn:microsoft.com/office/officeart/2009/3/layout/HorizontalOrganizationChart"/>
    <dgm:cxn modelId="{CA401013-D70F-4ABC-8A7F-F94EA523EE2E}" type="presParOf" srcId="{A4AF7160-F7F9-44E1-9A6E-EB440C720A20}" destId="{5B8F43D4-6CD9-4A1F-8C10-161A68FBD649}" srcOrd="0" destOrd="0" presId="urn:microsoft.com/office/officeart/2009/3/layout/HorizontalOrganizationChart"/>
    <dgm:cxn modelId="{6D092669-2389-4A2B-8745-26677BFE664A}" type="presParOf" srcId="{A4AF7160-F7F9-44E1-9A6E-EB440C720A20}" destId="{F311E9CE-901D-4E4A-9CF8-B185B49B5FB0}" srcOrd="1" destOrd="0" presId="urn:microsoft.com/office/officeart/2009/3/layout/HorizontalOrganizationChart"/>
    <dgm:cxn modelId="{87947809-CCEF-43C1-93E4-AE8B44EFC9AB}" type="presParOf" srcId="{4227D592-0CFB-49A3-A4F8-2D6E32ED775C}" destId="{5EED3419-40A4-49D3-917D-7B56091592CC}" srcOrd="1" destOrd="0" presId="urn:microsoft.com/office/officeart/2009/3/layout/HorizontalOrganizationChart"/>
    <dgm:cxn modelId="{E1A9EA96-CE36-436D-9339-E3F6359E1839}" type="presParOf" srcId="{4227D592-0CFB-49A3-A4F8-2D6E32ED775C}" destId="{A3BDDC52-727B-405A-96CF-A2E80C716DEF}" srcOrd="2" destOrd="0" presId="urn:microsoft.com/office/officeart/2009/3/layout/HorizontalOrganizationChart"/>
    <dgm:cxn modelId="{A8BB98F9-7E85-4C0D-B6A9-8210ECE1E741}" type="presParOf" srcId="{B7A3C5F7-969D-4B8E-817B-1FC2810BBD72}" destId="{FDBE32C4-0F0A-41CC-A515-17ACBA6F8A45}" srcOrd="1" destOrd="0" presId="urn:microsoft.com/office/officeart/2009/3/layout/HorizontalOrganizationChart"/>
    <dgm:cxn modelId="{0AA77CF3-8A8B-40B6-AA12-80FD22980AF2}" type="presParOf" srcId="{FDBE32C4-0F0A-41CC-A515-17ACBA6F8A45}" destId="{EB42187F-38DF-4988-A0A8-BCD7B956BEC2}" srcOrd="0" destOrd="0" presId="urn:microsoft.com/office/officeart/2009/3/layout/HorizontalOrganizationChart"/>
    <dgm:cxn modelId="{5AF1C01D-C98A-426C-84F8-1E5BC590ABEB}" type="presParOf" srcId="{EB42187F-38DF-4988-A0A8-BCD7B956BEC2}" destId="{CECC4D38-F49D-4B5F-A4A5-D7D8458679EF}" srcOrd="0" destOrd="0" presId="urn:microsoft.com/office/officeart/2009/3/layout/HorizontalOrganizationChart"/>
    <dgm:cxn modelId="{2F79CD6E-2DC8-48A3-828C-A22E588FF149}" type="presParOf" srcId="{EB42187F-38DF-4988-A0A8-BCD7B956BEC2}" destId="{B5B3A495-51DB-452A-B89A-7FCFC5766001}" srcOrd="1" destOrd="0" presId="urn:microsoft.com/office/officeart/2009/3/layout/HorizontalOrganizationChart"/>
    <dgm:cxn modelId="{4EB8CD41-3A17-47A5-89C4-F16544799E79}" type="presParOf" srcId="{FDBE32C4-0F0A-41CC-A515-17ACBA6F8A45}" destId="{7D5D8887-16A5-4AE1-A7B0-6324FFBEDF33}" srcOrd="1" destOrd="0" presId="urn:microsoft.com/office/officeart/2009/3/layout/HorizontalOrganizationChart"/>
    <dgm:cxn modelId="{78FA0128-DB98-46F2-B872-9E7A4B4EF505}" type="presParOf" srcId="{7D5D8887-16A5-4AE1-A7B0-6324FFBEDF33}" destId="{D3A74FE3-7C9F-4BF0-89FB-BE8312F90D98}" srcOrd="0" destOrd="0" presId="urn:microsoft.com/office/officeart/2009/3/layout/HorizontalOrganizationChart"/>
    <dgm:cxn modelId="{1C51A92B-AAA1-4E51-8EA2-42548DF2D801}" type="presParOf" srcId="{7D5D8887-16A5-4AE1-A7B0-6324FFBEDF33}" destId="{FA9DA94B-27FF-4A86-BF5C-61D4D1FA2CA1}" srcOrd="1" destOrd="0" presId="urn:microsoft.com/office/officeart/2009/3/layout/HorizontalOrganizationChart"/>
    <dgm:cxn modelId="{96C4BDDC-F702-4F0F-B516-8CD5B0E9F116}" type="presParOf" srcId="{FA9DA94B-27FF-4A86-BF5C-61D4D1FA2CA1}" destId="{5E8C1173-29CF-48B7-ABC0-F6FCF72B4DFE}" srcOrd="0" destOrd="0" presId="urn:microsoft.com/office/officeart/2009/3/layout/HorizontalOrganizationChart"/>
    <dgm:cxn modelId="{928FE8E1-F560-4CBA-BEF6-DC4DC39A7C5F}" type="presParOf" srcId="{5E8C1173-29CF-48B7-ABC0-F6FCF72B4DFE}" destId="{8945517D-A9B0-47CA-9AC0-4C1A26ABD214}" srcOrd="0" destOrd="0" presId="urn:microsoft.com/office/officeart/2009/3/layout/HorizontalOrganizationChart"/>
    <dgm:cxn modelId="{FDADD7F7-0495-440E-B45F-00F4058F2882}" type="presParOf" srcId="{5E8C1173-29CF-48B7-ABC0-F6FCF72B4DFE}" destId="{A7B683E6-4CCD-4DAE-A87E-8F59613F8FF2}" srcOrd="1" destOrd="0" presId="urn:microsoft.com/office/officeart/2009/3/layout/HorizontalOrganizationChart"/>
    <dgm:cxn modelId="{7F028F81-9128-4C93-B80A-0E581A7652D2}" type="presParOf" srcId="{FA9DA94B-27FF-4A86-BF5C-61D4D1FA2CA1}" destId="{3E9D5098-B572-447E-97EC-9085145B5384}" srcOrd="1" destOrd="0" presId="urn:microsoft.com/office/officeart/2009/3/layout/HorizontalOrganizationChart"/>
    <dgm:cxn modelId="{B97756B5-E983-401F-B635-80B1CFEE4BC6}" type="presParOf" srcId="{FA9DA94B-27FF-4A86-BF5C-61D4D1FA2CA1}" destId="{B0E0B57C-15E0-4D53-9C20-018297958711}" srcOrd="2" destOrd="0" presId="urn:microsoft.com/office/officeart/2009/3/layout/HorizontalOrganizationChart"/>
    <dgm:cxn modelId="{B1E31E3A-131E-4A89-8FC5-285D4FC01C5F}" type="presParOf" srcId="{7D5D8887-16A5-4AE1-A7B0-6324FFBEDF33}" destId="{1A4E984F-7D14-485C-980B-C25F8C023511}" srcOrd="2" destOrd="0" presId="urn:microsoft.com/office/officeart/2009/3/layout/HorizontalOrganizationChart"/>
    <dgm:cxn modelId="{B9661C20-1276-44BF-A111-209B65050A37}" type="presParOf" srcId="{7D5D8887-16A5-4AE1-A7B0-6324FFBEDF33}" destId="{8BBE9584-E517-4684-BEF6-7E84D86B5BE0}" srcOrd="3" destOrd="0" presId="urn:microsoft.com/office/officeart/2009/3/layout/HorizontalOrganizationChart"/>
    <dgm:cxn modelId="{65C70B99-EA4A-436D-AC67-A00B875AB700}" type="presParOf" srcId="{8BBE9584-E517-4684-BEF6-7E84D86B5BE0}" destId="{D240724E-CC89-4B49-B7DE-29A23B943F20}" srcOrd="0" destOrd="0" presId="urn:microsoft.com/office/officeart/2009/3/layout/HorizontalOrganizationChart"/>
    <dgm:cxn modelId="{A50861C0-BF0D-498F-95E6-0A506C32A82A}" type="presParOf" srcId="{D240724E-CC89-4B49-B7DE-29A23B943F20}" destId="{93724767-07FA-482F-AD39-6AA99E02D7B5}" srcOrd="0" destOrd="0" presId="urn:microsoft.com/office/officeart/2009/3/layout/HorizontalOrganizationChart"/>
    <dgm:cxn modelId="{FA79B826-658D-4D5C-B97E-BB6DD4B9D43A}" type="presParOf" srcId="{D240724E-CC89-4B49-B7DE-29A23B943F20}" destId="{10A9698A-B9AA-420E-AED9-CCEC5D466E00}" srcOrd="1" destOrd="0" presId="urn:microsoft.com/office/officeart/2009/3/layout/HorizontalOrganizationChart"/>
    <dgm:cxn modelId="{16B0BCC1-DCC2-480F-B6AB-96E9F1E8FA56}" type="presParOf" srcId="{8BBE9584-E517-4684-BEF6-7E84D86B5BE0}" destId="{6D85243B-A673-49BF-A17A-14FEB03303F0}" srcOrd="1" destOrd="0" presId="urn:microsoft.com/office/officeart/2009/3/layout/HorizontalOrganizationChart"/>
    <dgm:cxn modelId="{F08CD433-012A-4075-A178-BDDD73315C5F}" type="presParOf" srcId="{8BBE9584-E517-4684-BEF6-7E84D86B5BE0}" destId="{29B7C648-3694-44F1-8153-0433CAA0BBEF}" srcOrd="2" destOrd="0" presId="urn:microsoft.com/office/officeart/2009/3/layout/HorizontalOrganizationChart"/>
    <dgm:cxn modelId="{CE109FCC-E78F-4E15-8C1B-7E492F2AE5D6}" type="presParOf" srcId="{7D5D8887-16A5-4AE1-A7B0-6324FFBEDF33}" destId="{49A21662-3E8B-4DC2-9404-C4C26BC65544}" srcOrd="4" destOrd="0" presId="urn:microsoft.com/office/officeart/2009/3/layout/HorizontalOrganizationChart"/>
    <dgm:cxn modelId="{015AD166-4696-4091-ABE6-5257BFBED157}" type="presParOf" srcId="{7D5D8887-16A5-4AE1-A7B0-6324FFBEDF33}" destId="{B29F364A-9C48-4DAB-A6E9-E1D5CA6538A0}" srcOrd="5" destOrd="0" presId="urn:microsoft.com/office/officeart/2009/3/layout/HorizontalOrganizationChart"/>
    <dgm:cxn modelId="{C2414DD6-CB54-4058-B84B-032D2A179A44}" type="presParOf" srcId="{B29F364A-9C48-4DAB-A6E9-E1D5CA6538A0}" destId="{40DD6990-CB1E-4837-B5DF-BCE4A327F1FF}" srcOrd="0" destOrd="0" presId="urn:microsoft.com/office/officeart/2009/3/layout/HorizontalOrganizationChart"/>
    <dgm:cxn modelId="{317664B8-4CE3-45BC-BD7C-1C763CCEBC4B}" type="presParOf" srcId="{40DD6990-CB1E-4837-B5DF-BCE4A327F1FF}" destId="{78E81AA3-E644-4D77-8067-0C4802E14559}" srcOrd="0" destOrd="0" presId="urn:microsoft.com/office/officeart/2009/3/layout/HorizontalOrganizationChart"/>
    <dgm:cxn modelId="{CA3F4EB6-6A14-48C5-A269-AE8B5028D9FD}" type="presParOf" srcId="{40DD6990-CB1E-4837-B5DF-BCE4A327F1FF}" destId="{8B6B4D4E-E77E-4F73-B51A-294880A70A61}" srcOrd="1" destOrd="0" presId="urn:microsoft.com/office/officeart/2009/3/layout/HorizontalOrganizationChart"/>
    <dgm:cxn modelId="{0F33BFAD-C1B2-45BC-A342-277F608D88A7}" type="presParOf" srcId="{B29F364A-9C48-4DAB-A6E9-E1D5CA6538A0}" destId="{875DA353-BB5B-418D-8847-05424232E3FB}" srcOrd="1" destOrd="0" presId="urn:microsoft.com/office/officeart/2009/3/layout/HorizontalOrganizationChart"/>
    <dgm:cxn modelId="{37FBC7C2-1927-44D7-89FF-90D6768553E9}" type="presParOf" srcId="{B29F364A-9C48-4DAB-A6E9-E1D5CA6538A0}" destId="{BE8CA079-54B5-417E-9FB8-E4A375BA5ECD}" srcOrd="2" destOrd="0" presId="urn:microsoft.com/office/officeart/2009/3/layout/HorizontalOrganizationChart"/>
    <dgm:cxn modelId="{7019F5DF-4080-45BD-9BA6-54EA9D55470E}" type="presParOf" srcId="{7D5D8887-16A5-4AE1-A7B0-6324FFBEDF33}" destId="{2DE34ED6-D6D4-4789-95E1-55293C93AA24}" srcOrd="6" destOrd="0" presId="urn:microsoft.com/office/officeart/2009/3/layout/HorizontalOrganizationChart"/>
    <dgm:cxn modelId="{1E6C183E-EAA6-4B30-BFB3-CC339BE4B9AC}" type="presParOf" srcId="{7D5D8887-16A5-4AE1-A7B0-6324FFBEDF33}" destId="{652A3769-58B7-4A07-804A-566B45BB8B8C}" srcOrd="7" destOrd="0" presId="urn:microsoft.com/office/officeart/2009/3/layout/HorizontalOrganizationChart"/>
    <dgm:cxn modelId="{15ED6513-9B17-455A-ADA7-A6CC1605949F}" type="presParOf" srcId="{652A3769-58B7-4A07-804A-566B45BB8B8C}" destId="{705AC0B2-F390-41CD-BC9A-762F55F85CB4}" srcOrd="0" destOrd="0" presId="urn:microsoft.com/office/officeart/2009/3/layout/HorizontalOrganizationChart"/>
    <dgm:cxn modelId="{33B7BFDF-9D17-46C7-A12F-2551ED38B164}" type="presParOf" srcId="{705AC0B2-F390-41CD-BC9A-762F55F85CB4}" destId="{717C3A69-A248-4BA2-9BF2-6A10051A1B5C}" srcOrd="0" destOrd="0" presId="urn:microsoft.com/office/officeart/2009/3/layout/HorizontalOrganizationChart"/>
    <dgm:cxn modelId="{872CA977-2426-47C7-A7BF-DB587280F521}" type="presParOf" srcId="{705AC0B2-F390-41CD-BC9A-762F55F85CB4}" destId="{CA08BBE1-9DF7-4165-A3A6-7B63C62CD3D2}" srcOrd="1" destOrd="0" presId="urn:microsoft.com/office/officeart/2009/3/layout/HorizontalOrganizationChart"/>
    <dgm:cxn modelId="{97C7FF87-E72F-4FA1-B9ED-7C494F7BCFAC}" type="presParOf" srcId="{652A3769-58B7-4A07-804A-566B45BB8B8C}" destId="{84A25BBE-2099-44BD-94AD-AD68C6FE9E06}" srcOrd="1" destOrd="0" presId="urn:microsoft.com/office/officeart/2009/3/layout/HorizontalOrganizationChart"/>
    <dgm:cxn modelId="{CD8122F6-0833-4AE5-B7EF-DB79A0EAB32F}" type="presParOf" srcId="{652A3769-58B7-4A07-804A-566B45BB8B8C}" destId="{5ECFCC99-F692-4F3B-8669-34895F379BD3}" srcOrd="2" destOrd="0" presId="urn:microsoft.com/office/officeart/2009/3/layout/HorizontalOrganizationChart"/>
    <dgm:cxn modelId="{44871CAD-B24A-46B1-8599-14D11ED32FB2}" type="presParOf" srcId="{7D5D8887-16A5-4AE1-A7B0-6324FFBEDF33}" destId="{D0B2592C-93F4-4157-AD35-0B4EEC02657C}" srcOrd="8" destOrd="0" presId="urn:microsoft.com/office/officeart/2009/3/layout/HorizontalOrganizationChart"/>
    <dgm:cxn modelId="{402B223C-E7AC-4CB2-BB6F-D11C807ACC1F}" type="presParOf" srcId="{7D5D8887-16A5-4AE1-A7B0-6324FFBEDF33}" destId="{B55E461A-A896-4E48-BD2F-E24E8FD5D64D}" srcOrd="9" destOrd="0" presId="urn:microsoft.com/office/officeart/2009/3/layout/HorizontalOrganizationChart"/>
    <dgm:cxn modelId="{49A69B33-6A22-42F7-B535-268E5A585E3C}" type="presParOf" srcId="{B55E461A-A896-4E48-BD2F-E24E8FD5D64D}" destId="{D8F69EA5-76C0-4302-A684-9CB67228F1EA}" srcOrd="0" destOrd="0" presId="urn:microsoft.com/office/officeart/2009/3/layout/HorizontalOrganizationChart"/>
    <dgm:cxn modelId="{ADBFE042-B7F6-432B-B822-DCEFD5277723}" type="presParOf" srcId="{D8F69EA5-76C0-4302-A684-9CB67228F1EA}" destId="{593321DF-FC2B-437D-A207-BB6715CFCF58}" srcOrd="0" destOrd="0" presId="urn:microsoft.com/office/officeart/2009/3/layout/HorizontalOrganizationChart"/>
    <dgm:cxn modelId="{F4BC7961-7D88-4EC4-BA1E-DF05D466419A}" type="presParOf" srcId="{D8F69EA5-76C0-4302-A684-9CB67228F1EA}" destId="{05E0F91D-C530-4684-AB68-584703527366}" srcOrd="1" destOrd="0" presId="urn:microsoft.com/office/officeart/2009/3/layout/HorizontalOrganizationChart"/>
    <dgm:cxn modelId="{53E20402-CD09-497D-B7BA-9D1E395EA987}" type="presParOf" srcId="{B55E461A-A896-4E48-BD2F-E24E8FD5D64D}" destId="{314BC188-B0CE-4816-B708-D8A56A15B25E}" srcOrd="1" destOrd="0" presId="urn:microsoft.com/office/officeart/2009/3/layout/HorizontalOrganizationChart"/>
    <dgm:cxn modelId="{325861E4-CFDB-45D0-9913-4AA49F174980}" type="presParOf" srcId="{B55E461A-A896-4E48-BD2F-E24E8FD5D64D}" destId="{94CE5B87-4762-4486-A56A-E0AEAD8FC962}" srcOrd="2" destOrd="0" presId="urn:microsoft.com/office/officeart/2009/3/layout/HorizontalOrganizationChart"/>
    <dgm:cxn modelId="{C2D904C1-974D-4106-A145-39B99049B67D}" type="presParOf" srcId="{7D5D8887-16A5-4AE1-A7B0-6324FFBEDF33}" destId="{623A8D23-0E9D-4A0B-8D3B-7FB63E17D1BE}" srcOrd="10" destOrd="0" presId="urn:microsoft.com/office/officeart/2009/3/layout/HorizontalOrganizationChart"/>
    <dgm:cxn modelId="{7F462301-9732-4B38-8867-AD622E010B84}" type="presParOf" srcId="{7D5D8887-16A5-4AE1-A7B0-6324FFBEDF33}" destId="{27032EE6-B31F-4A86-B236-6B6CE6F9E5E5}" srcOrd="11" destOrd="0" presId="urn:microsoft.com/office/officeart/2009/3/layout/HorizontalOrganizationChart"/>
    <dgm:cxn modelId="{FB9F8550-90A2-4412-8DD7-674268830E22}" type="presParOf" srcId="{27032EE6-B31F-4A86-B236-6B6CE6F9E5E5}" destId="{D615275B-EF22-4DE4-964D-A04571B9E5A1}" srcOrd="0" destOrd="0" presId="urn:microsoft.com/office/officeart/2009/3/layout/HorizontalOrganizationChart"/>
    <dgm:cxn modelId="{CDCBA49D-D54F-4327-87FB-5DDE2702CA0C}" type="presParOf" srcId="{D615275B-EF22-4DE4-964D-A04571B9E5A1}" destId="{188CA08B-1635-4F08-91B7-023EB8D6A850}" srcOrd="0" destOrd="0" presId="urn:microsoft.com/office/officeart/2009/3/layout/HorizontalOrganizationChart"/>
    <dgm:cxn modelId="{2808FBFD-FA63-408C-8509-087FF043EA24}" type="presParOf" srcId="{D615275B-EF22-4DE4-964D-A04571B9E5A1}" destId="{D25E6A8D-FA91-4899-A9A5-029164D61599}" srcOrd="1" destOrd="0" presId="urn:microsoft.com/office/officeart/2009/3/layout/HorizontalOrganizationChart"/>
    <dgm:cxn modelId="{B4CC1B19-1EEA-4035-A56F-4E4AABF9FC83}" type="presParOf" srcId="{27032EE6-B31F-4A86-B236-6B6CE6F9E5E5}" destId="{104D5E82-4B4A-4F13-9E2D-D0FFED736ABA}" srcOrd="1" destOrd="0" presId="urn:microsoft.com/office/officeart/2009/3/layout/HorizontalOrganizationChart"/>
    <dgm:cxn modelId="{8969B80C-3332-4DAC-83E3-5F873CD243A9}" type="presParOf" srcId="{27032EE6-B31F-4A86-B236-6B6CE6F9E5E5}" destId="{AB7CD1A3-5CB8-4DBD-8241-156182DC0503}" srcOrd="2" destOrd="0" presId="urn:microsoft.com/office/officeart/2009/3/layout/HorizontalOrganizationChart"/>
    <dgm:cxn modelId="{AE309728-4187-4C15-B04C-822C76BDD279}" type="presParOf" srcId="{FDBE32C4-0F0A-41CC-A515-17ACBA6F8A45}" destId="{F991D808-A4E3-4B02-8AE8-9EBA8FB6FFF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ECA9E01-0D98-465A-90F6-4C5163A9C28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13B984-8CDF-4312-8732-C89C9879130C}">
      <dgm:prSet/>
      <dgm:spPr/>
      <dgm:t>
        <a:bodyPr/>
        <a:lstStyle/>
        <a:p>
          <a:r>
            <a:rPr lang="en-GB"/>
            <a:t>Data processing</a:t>
          </a:r>
          <a:endParaRPr lang="en-US"/>
        </a:p>
      </dgm:t>
    </dgm:pt>
    <dgm:pt modelId="{77EA09DC-99A6-4707-827F-DB6D8052E002}" type="parTrans" cxnId="{5FCE0999-4B88-44BB-AE1C-B4284AC5C830}">
      <dgm:prSet/>
      <dgm:spPr/>
      <dgm:t>
        <a:bodyPr/>
        <a:lstStyle/>
        <a:p>
          <a:endParaRPr lang="en-US"/>
        </a:p>
      </dgm:t>
    </dgm:pt>
    <dgm:pt modelId="{91B55D7C-7AE4-4C74-B68C-B6B03754BCB0}" type="sibTrans" cxnId="{5FCE0999-4B88-44BB-AE1C-B4284AC5C830}">
      <dgm:prSet/>
      <dgm:spPr/>
      <dgm:t>
        <a:bodyPr/>
        <a:lstStyle/>
        <a:p>
          <a:endParaRPr lang="en-US"/>
        </a:p>
      </dgm:t>
    </dgm:pt>
    <dgm:pt modelId="{0A4A1266-2FF1-4C1B-8B9F-CF1CCAAD61EE}">
      <dgm:prSet/>
      <dgm:spPr/>
      <dgm:t>
        <a:bodyPr/>
        <a:lstStyle/>
        <a:p>
          <a:r>
            <a:rPr lang="en-GB"/>
            <a:t>Exploratory Data Analysis</a:t>
          </a:r>
          <a:endParaRPr lang="en-US"/>
        </a:p>
      </dgm:t>
    </dgm:pt>
    <dgm:pt modelId="{1050E1BD-3236-4243-9DC9-7D50CCEA09E6}" type="parTrans" cxnId="{AADB2693-D8FA-4F58-8A31-18C85BEED1C7}">
      <dgm:prSet/>
      <dgm:spPr/>
      <dgm:t>
        <a:bodyPr/>
        <a:lstStyle/>
        <a:p>
          <a:endParaRPr lang="en-US"/>
        </a:p>
      </dgm:t>
    </dgm:pt>
    <dgm:pt modelId="{001333AF-AA15-4AF5-B5A6-758BF9D2038A}" type="sibTrans" cxnId="{AADB2693-D8FA-4F58-8A31-18C85BEED1C7}">
      <dgm:prSet/>
      <dgm:spPr/>
      <dgm:t>
        <a:bodyPr/>
        <a:lstStyle/>
        <a:p>
          <a:endParaRPr lang="en-US"/>
        </a:p>
      </dgm:t>
    </dgm:pt>
    <dgm:pt modelId="{5AF3BA2E-DC40-4FBA-82C7-0F19E54E9C69}">
      <dgm:prSet/>
      <dgm:spPr/>
      <dgm:t>
        <a:bodyPr/>
        <a:lstStyle/>
        <a:p>
          <a:r>
            <a:rPr lang="en-GB"/>
            <a:t>Model Selection and Training</a:t>
          </a:r>
          <a:endParaRPr lang="en-US"/>
        </a:p>
      </dgm:t>
    </dgm:pt>
    <dgm:pt modelId="{8C8C9E03-4740-409E-807B-3AF0BE98DC25}" type="parTrans" cxnId="{EA535B0C-3354-4A65-A7DC-53C0A615FFB4}">
      <dgm:prSet/>
      <dgm:spPr/>
      <dgm:t>
        <a:bodyPr/>
        <a:lstStyle/>
        <a:p>
          <a:endParaRPr lang="en-US"/>
        </a:p>
      </dgm:t>
    </dgm:pt>
    <dgm:pt modelId="{97743A16-6786-4D14-857B-81608C0F7797}" type="sibTrans" cxnId="{EA535B0C-3354-4A65-A7DC-53C0A615FFB4}">
      <dgm:prSet/>
      <dgm:spPr/>
      <dgm:t>
        <a:bodyPr/>
        <a:lstStyle/>
        <a:p>
          <a:endParaRPr lang="en-US"/>
        </a:p>
      </dgm:t>
    </dgm:pt>
    <dgm:pt modelId="{66D99750-831B-4A77-80EE-790482EAE731}">
      <dgm:prSet/>
      <dgm:spPr/>
      <dgm:t>
        <a:bodyPr/>
        <a:lstStyle/>
        <a:p>
          <a:r>
            <a:rPr lang="en-GB"/>
            <a:t>Evaluation Metrics</a:t>
          </a:r>
          <a:endParaRPr lang="en-US"/>
        </a:p>
      </dgm:t>
    </dgm:pt>
    <dgm:pt modelId="{23AA4CF9-C5C8-457C-B132-9F25E8850CD2}" type="parTrans" cxnId="{40F2BF7B-9B8B-483D-AEB6-D06AB9CA5726}">
      <dgm:prSet/>
      <dgm:spPr/>
      <dgm:t>
        <a:bodyPr/>
        <a:lstStyle/>
        <a:p>
          <a:endParaRPr lang="en-US"/>
        </a:p>
      </dgm:t>
    </dgm:pt>
    <dgm:pt modelId="{CB291E41-5439-49E0-95A8-1B82FE09B71E}" type="sibTrans" cxnId="{40F2BF7B-9B8B-483D-AEB6-D06AB9CA5726}">
      <dgm:prSet/>
      <dgm:spPr/>
      <dgm:t>
        <a:bodyPr/>
        <a:lstStyle/>
        <a:p>
          <a:endParaRPr lang="en-US"/>
        </a:p>
      </dgm:t>
    </dgm:pt>
    <dgm:pt modelId="{7B875C86-A7D3-4758-8CB6-5CB0A23416B1}">
      <dgm:prSet/>
      <dgm:spPr/>
      <dgm:t>
        <a:bodyPr/>
        <a:lstStyle/>
        <a:p>
          <a:r>
            <a:rPr lang="en-GB"/>
            <a:t>Feature Engineering</a:t>
          </a:r>
          <a:endParaRPr lang="en-US"/>
        </a:p>
      </dgm:t>
    </dgm:pt>
    <dgm:pt modelId="{ACC56511-7D9E-4F14-BB64-C355376302D9}" type="parTrans" cxnId="{75AB7D3C-6526-4836-95C0-E749AEF61CCB}">
      <dgm:prSet/>
      <dgm:spPr/>
      <dgm:t>
        <a:bodyPr/>
        <a:lstStyle/>
        <a:p>
          <a:endParaRPr lang="en-US"/>
        </a:p>
      </dgm:t>
    </dgm:pt>
    <dgm:pt modelId="{174A6D34-994A-46A0-AB13-E56D9378966E}" type="sibTrans" cxnId="{75AB7D3C-6526-4836-95C0-E749AEF61CCB}">
      <dgm:prSet/>
      <dgm:spPr/>
      <dgm:t>
        <a:bodyPr/>
        <a:lstStyle/>
        <a:p>
          <a:endParaRPr lang="en-US"/>
        </a:p>
      </dgm:t>
    </dgm:pt>
    <dgm:pt modelId="{0776C2B6-2872-418D-BB36-8D0454FB6FDB}">
      <dgm:prSet/>
      <dgm:spPr/>
      <dgm:t>
        <a:bodyPr/>
        <a:lstStyle/>
        <a:p>
          <a:r>
            <a:rPr lang="en-GB"/>
            <a:t>Interpretability</a:t>
          </a:r>
          <a:endParaRPr lang="en-US"/>
        </a:p>
      </dgm:t>
    </dgm:pt>
    <dgm:pt modelId="{C1DFB0E5-8F8D-488B-A59A-984408EEF744}" type="parTrans" cxnId="{E4ECB7DA-8AB8-437D-B706-0596228CDCF3}">
      <dgm:prSet/>
      <dgm:spPr/>
      <dgm:t>
        <a:bodyPr/>
        <a:lstStyle/>
        <a:p>
          <a:endParaRPr lang="en-US"/>
        </a:p>
      </dgm:t>
    </dgm:pt>
    <dgm:pt modelId="{95650A6B-2596-403D-B450-8DA49D22ADB2}" type="sibTrans" cxnId="{E4ECB7DA-8AB8-437D-B706-0596228CDCF3}">
      <dgm:prSet/>
      <dgm:spPr/>
      <dgm:t>
        <a:bodyPr/>
        <a:lstStyle/>
        <a:p>
          <a:endParaRPr lang="en-US"/>
        </a:p>
      </dgm:t>
    </dgm:pt>
    <dgm:pt modelId="{BE2A9269-8CE3-4245-8910-7D156C88C775}">
      <dgm:prSet/>
      <dgm:spPr/>
      <dgm:t>
        <a:bodyPr/>
        <a:lstStyle/>
        <a:p>
          <a:r>
            <a:rPr lang="en-GB"/>
            <a:t>Practical Coding Skills</a:t>
          </a:r>
          <a:endParaRPr lang="en-US"/>
        </a:p>
      </dgm:t>
    </dgm:pt>
    <dgm:pt modelId="{9ACE295F-BF7C-425B-80CB-3DFA4A9ED41F}" type="parTrans" cxnId="{8FFFC34C-C12A-452A-B6DF-6DCD2BA4DD7C}">
      <dgm:prSet/>
      <dgm:spPr/>
      <dgm:t>
        <a:bodyPr/>
        <a:lstStyle/>
        <a:p>
          <a:endParaRPr lang="en-US"/>
        </a:p>
      </dgm:t>
    </dgm:pt>
    <dgm:pt modelId="{2A1BE8CF-5CB8-40F7-8F44-56FDB3DA9DC0}" type="sibTrans" cxnId="{8FFFC34C-C12A-452A-B6DF-6DCD2BA4DD7C}">
      <dgm:prSet/>
      <dgm:spPr/>
      <dgm:t>
        <a:bodyPr/>
        <a:lstStyle/>
        <a:p>
          <a:endParaRPr lang="en-US"/>
        </a:p>
      </dgm:t>
    </dgm:pt>
    <dgm:pt modelId="{A064956E-9A86-45A6-BDFB-576E37487218}">
      <dgm:prSet/>
      <dgm:spPr/>
      <dgm:t>
        <a:bodyPr/>
        <a:lstStyle/>
        <a:p>
          <a:r>
            <a:rPr lang="en-GB"/>
            <a:t>Critical Thinking</a:t>
          </a:r>
          <a:endParaRPr lang="en-US"/>
        </a:p>
      </dgm:t>
    </dgm:pt>
    <dgm:pt modelId="{5F4EBE9A-E678-4FF2-B571-0FC778F076BF}" type="parTrans" cxnId="{3EDA4F20-4B7D-4D72-8FFE-803375140771}">
      <dgm:prSet/>
      <dgm:spPr/>
      <dgm:t>
        <a:bodyPr/>
        <a:lstStyle/>
        <a:p>
          <a:endParaRPr lang="en-US"/>
        </a:p>
      </dgm:t>
    </dgm:pt>
    <dgm:pt modelId="{53B0022D-3B36-4B02-9617-D1ADFAF27983}" type="sibTrans" cxnId="{3EDA4F20-4B7D-4D72-8FFE-803375140771}">
      <dgm:prSet/>
      <dgm:spPr/>
      <dgm:t>
        <a:bodyPr/>
        <a:lstStyle/>
        <a:p>
          <a:endParaRPr lang="en-US"/>
        </a:p>
      </dgm:t>
    </dgm:pt>
    <dgm:pt modelId="{B12A0E0F-37E1-4574-AF83-F370B3AEDDF7}" type="pres">
      <dgm:prSet presAssocID="{EECA9E01-0D98-465A-90F6-4C5163A9C288}" presName="diagram" presStyleCnt="0">
        <dgm:presLayoutVars>
          <dgm:dir/>
          <dgm:resizeHandles val="exact"/>
        </dgm:presLayoutVars>
      </dgm:prSet>
      <dgm:spPr/>
    </dgm:pt>
    <dgm:pt modelId="{4FCC1233-F627-4483-BB27-410962A266F5}" type="pres">
      <dgm:prSet presAssocID="{8413B984-8CDF-4312-8732-C89C9879130C}" presName="node" presStyleLbl="node1" presStyleIdx="0" presStyleCnt="8">
        <dgm:presLayoutVars>
          <dgm:bulletEnabled val="1"/>
        </dgm:presLayoutVars>
      </dgm:prSet>
      <dgm:spPr/>
    </dgm:pt>
    <dgm:pt modelId="{5D8ED330-9DBD-4D5C-912A-AC2C71BA8591}" type="pres">
      <dgm:prSet presAssocID="{91B55D7C-7AE4-4C74-B68C-B6B03754BCB0}" presName="sibTrans" presStyleCnt="0"/>
      <dgm:spPr/>
    </dgm:pt>
    <dgm:pt modelId="{485B532B-319A-46FE-8227-0DC12B94C973}" type="pres">
      <dgm:prSet presAssocID="{0A4A1266-2FF1-4C1B-8B9F-CF1CCAAD61EE}" presName="node" presStyleLbl="node1" presStyleIdx="1" presStyleCnt="8">
        <dgm:presLayoutVars>
          <dgm:bulletEnabled val="1"/>
        </dgm:presLayoutVars>
      </dgm:prSet>
      <dgm:spPr/>
    </dgm:pt>
    <dgm:pt modelId="{C246DA71-647D-482D-AA10-78FB2CCD4AE5}" type="pres">
      <dgm:prSet presAssocID="{001333AF-AA15-4AF5-B5A6-758BF9D2038A}" presName="sibTrans" presStyleCnt="0"/>
      <dgm:spPr/>
    </dgm:pt>
    <dgm:pt modelId="{ED5017BA-A3F8-430B-8066-0F5D96B25426}" type="pres">
      <dgm:prSet presAssocID="{5AF3BA2E-DC40-4FBA-82C7-0F19E54E9C69}" presName="node" presStyleLbl="node1" presStyleIdx="2" presStyleCnt="8">
        <dgm:presLayoutVars>
          <dgm:bulletEnabled val="1"/>
        </dgm:presLayoutVars>
      </dgm:prSet>
      <dgm:spPr/>
    </dgm:pt>
    <dgm:pt modelId="{AEB642EA-F3EB-49D3-8CBB-AA507BE36C6F}" type="pres">
      <dgm:prSet presAssocID="{97743A16-6786-4D14-857B-81608C0F7797}" presName="sibTrans" presStyleCnt="0"/>
      <dgm:spPr/>
    </dgm:pt>
    <dgm:pt modelId="{EFDD55A3-3897-485C-8056-6EC265C3C2C5}" type="pres">
      <dgm:prSet presAssocID="{66D99750-831B-4A77-80EE-790482EAE731}" presName="node" presStyleLbl="node1" presStyleIdx="3" presStyleCnt="8">
        <dgm:presLayoutVars>
          <dgm:bulletEnabled val="1"/>
        </dgm:presLayoutVars>
      </dgm:prSet>
      <dgm:spPr/>
    </dgm:pt>
    <dgm:pt modelId="{8A860D7B-D03D-4398-8DB7-5D74487852F0}" type="pres">
      <dgm:prSet presAssocID="{CB291E41-5439-49E0-95A8-1B82FE09B71E}" presName="sibTrans" presStyleCnt="0"/>
      <dgm:spPr/>
    </dgm:pt>
    <dgm:pt modelId="{EC668D80-AFE9-4A79-BD18-A6A35B647E9A}" type="pres">
      <dgm:prSet presAssocID="{7B875C86-A7D3-4758-8CB6-5CB0A23416B1}" presName="node" presStyleLbl="node1" presStyleIdx="4" presStyleCnt="8">
        <dgm:presLayoutVars>
          <dgm:bulletEnabled val="1"/>
        </dgm:presLayoutVars>
      </dgm:prSet>
      <dgm:spPr/>
    </dgm:pt>
    <dgm:pt modelId="{E86C2B0D-82CC-45EF-9805-AB880D7E3237}" type="pres">
      <dgm:prSet presAssocID="{174A6D34-994A-46A0-AB13-E56D9378966E}" presName="sibTrans" presStyleCnt="0"/>
      <dgm:spPr/>
    </dgm:pt>
    <dgm:pt modelId="{2C89DB11-ABB7-4712-927A-F9F2A1D47B2E}" type="pres">
      <dgm:prSet presAssocID="{0776C2B6-2872-418D-BB36-8D0454FB6FDB}" presName="node" presStyleLbl="node1" presStyleIdx="5" presStyleCnt="8">
        <dgm:presLayoutVars>
          <dgm:bulletEnabled val="1"/>
        </dgm:presLayoutVars>
      </dgm:prSet>
      <dgm:spPr/>
    </dgm:pt>
    <dgm:pt modelId="{871CEE5C-4934-4029-BA02-0518EF273FE9}" type="pres">
      <dgm:prSet presAssocID="{95650A6B-2596-403D-B450-8DA49D22ADB2}" presName="sibTrans" presStyleCnt="0"/>
      <dgm:spPr/>
    </dgm:pt>
    <dgm:pt modelId="{19D0C39A-6414-492F-8368-1876A36F36B9}" type="pres">
      <dgm:prSet presAssocID="{BE2A9269-8CE3-4245-8910-7D156C88C775}" presName="node" presStyleLbl="node1" presStyleIdx="6" presStyleCnt="8">
        <dgm:presLayoutVars>
          <dgm:bulletEnabled val="1"/>
        </dgm:presLayoutVars>
      </dgm:prSet>
      <dgm:spPr/>
    </dgm:pt>
    <dgm:pt modelId="{9D8C7B40-6887-4FB2-8B6E-14637CB27B3A}" type="pres">
      <dgm:prSet presAssocID="{2A1BE8CF-5CB8-40F7-8F44-56FDB3DA9DC0}" presName="sibTrans" presStyleCnt="0"/>
      <dgm:spPr/>
    </dgm:pt>
    <dgm:pt modelId="{0A36065F-5F19-460E-B84D-5EF17B4B4141}" type="pres">
      <dgm:prSet presAssocID="{A064956E-9A86-45A6-BDFB-576E37487218}" presName="node" presStyleLbl="node1" presStyleIdx="7" presStyleCnt="8">
        <dgm:presLayoutVars>
          <dgm:bulletEnabled val="1"/>
        </dgm:presLayoutVars>
      </dgm:prSet>
      <dgm:spPr/>
    </dgm:pt>
  </dgm:ptLst>
  <dgm:cxnLst>
    <dgm:cxn modelId="{AAEC4503-8B39-4DAA-845E-EA177064ECC3}" type="presOf" srcId="{0776C2B6-2872-418D-BB36-8D0454FB6FDB}" destId="{2C89DB11-ABB7-4712-927A-F9F2A1D47B2E}" srcOrd="0" destOrd="0" presId="urn:microsoft.com/office/officeart/2005/8/layout/default"/>
    <dgm:cxn modelId="{EA535B0C-3354-4A65-A7DC-53C0A615FFB4}" srcId="{EECA9E01-0D98-465A-90F6-4C5163A9C288}" destId="{5AF3BA2E-DC40-4FBA-82C7-0F19E54E9C69}" srcOrd="2" destOrd="0" parTransId="{8C8C9E03-4740-409E-807B-3AF0BE98DC25}" sibTransId="{97743A16-6786-4D14-857B-81608C0F7797}"/>
    <dgm:cxn modelId="{3EDA4F20-4B7D-4D72-8FFE-803375140771}" srcId="{EECA9E01-0D98-465A-90F6-4C5163A9C288}" destId="{A064956E-9A86-45A6-BDFB-576E37487218}" srcOrd="7" destOrd="0" parTransId="{5F4EBE9A-E678-4FF2-B571-0FC778F076BF}" sibTransId="{53B0022D-3B36-4B02-9617-D1ADFAF27983}"/>
    <dgm:cxn modelId="{2932A524-BE7D-42D8-BEB2-0D388A5A0E6A}" type="presOf" srcId="{5AF3BA2E-DC40-4FBA-82C7-0F19E54E9C69}" destId="{ED5017BA-A3F8-430B-8066-0F5D96B25426}" srcOrd="0" destOrd="0" presId="urn:microsoft.com/office/officeart/2005/8/layout/default"/>
    <dgm:cxn modelId="{CB1DFA28-FD6D-48E5-BCA1-D2FFB97C62F8}" type="presOf" srcId="{BE2A9269-8CE3-4245-8910-7D156C88C775}" destId="{19D0C39A-6414-492F-8368-1876A36F36B9}" srcOrd="0" destOrd="0" presId="urn:microsoft.com/office/officeart/2005/8/layout/default"/>
    <dgm:cxn modelId="{B1A0203C-E0B9-41F3-8A3E-E145FA963DCA}" type="presOf" srcId="{8413B984-8CDF-4312-8732-C89C9879130C}" destId="{4FCC1233-F627-4483-BB27-410962A266F5}" srcOrd="0" destOrd="0" presId="urn:microsoft.com/office/officeart/2005/8/layout/default"/>
    <dgm:cxn modelId="{75AB7D3C-6526-4836-95C0-E749AEF61CCB}" srcId="{EECA9E01-0D98-465A-90F6-4C5163A9C288}" destId="{7B875C86-A7D3-4758-8CB6-5CB0A23416B1}" srcOrd="4" destOrd="0" parTransId="{ACC56511-7D9E-4F14-BB64-C355376302D9}" sibTransId="{174A6D34-994A-46A0-AB13-E56D9378966E}"/>
    <dgm:cxn modelId="{68367C5F-C57E-468C-90CF-CA6F04427213}" type="presOf" srcId="{EECA9E01-0D98-465A-90F6-4C5163A9C288}" destId="{B12A0E0F-37E1-4574-AF83-F370B3AEDDF7}" srcOrd="0" destOrd="0" presId="urn:microsoft.com/office/officeart/2005/8/layout/default"/>
    <dgm:cxn modelId="{F3CCD25F-F5A6-4FD9-8381-99DEB5470B03}" type="presOf" srcId="{7B875C86-A7D3-4758-8CB6-5CB0A23416B1}" destId="{EC668D80-AFE9-4A79-BD18-A6A35B647E9A}" srcOrd="0" destOrd="0" presId="urn:microsoft.com/office/officeart/2005/8/layout/default"/>
    <dgm:cxn modelId="{8FFFC34C-C12A-452A-B6DF-6DCD2BA4DD7C}" srcId="{EECA9E01-0D98-465A-90F6-4C5163A9C288}" destId="{BE2A9269-8CE3-4245-8910-7D156C88C775}" srcOrd="6" destOrd="0" parTransId="{9ACE295F-BF7C-425B-80CB-3DFA4A9ED41F}" sibTransId="{2A1BE8CF-5CB8-40F7-8F44-56FDB3DA9DC0}"/>
    <dgm:cxn modelId="{40F2BF7B-9B8B-483D-AEB6-D06AB9CA5726}" srcId="{EECA9E01-0D98-465A-90F6-4C5163A9C288}" destId="{66D99750-831B-4A77-80EE-790482EAE731}" srcOrd="3" destOrd="0" parTransId="{23AA4CF9-C5C8-457C-B132-9F25E8850CD2}" sibTransId="{CB291E41-5439-49E0-95A8-1B82FE09B71E}"/>
    <dgm:cxn modelId="{FF45CC88-727A-4453-9007-0055737B280D}" type="presOf" srcId="{0A4A1266-2FF1-4C1B-8B9F-CF1CCAAD61EE}" destId="{485B532B-319A-46FE-8227-0DC12B94C973}" srcOrd="0" destOrd="0" presId="urn:microsoft.com/office/officeart/2005/8/layout/default"/>
    <dgm:cxn modelId="{AADB2693-D8FA-4F58-8A31-18C85BEED1C7}" srcId="{EECA9E01-0D98-465A-90F6-4C5163A9C288}" destId="{0A4A1266-2FF1-4C1B-8B9F-CF1CCAAD61EE}" srcOrd="1" destOrd="0" parTransId="{1050E1BD-3236-4243-9DC9-7D50CCEA09E6}" sibTransId="{001333AF-AA15-4AF5-B5A6-758BF9D2038A}"/>
    <dgm:cxn modelId="{483C6B97-54A5-413E-A3F1-8416651EF8A9}" type="presOf" srcId="{66D99750-831B-4A77-80EE-790482EAE731}" destId="{EFDD55A3-3897-485C-8056-6EC265C3C2C5}" srcOrd="0" destOrd="0" presId="urn:microsoft.com/office/officeart/2005/8/layout/default"/>
    <dgm:cxn modelId="{5FCE0999-4B88-44BB-AE1C-B4284AC5C830}" srcId="{EECA9E01-0D98-465A-90F6-4C5163A9C288}" destId="{8413B984-8CDF-4312-8732-C89C9879130C}" srcOrd="0" destOrd="0" parTransId="{77EA09DC-99A6-4707-827F-DB6D8052E002}" sibTransId="{91B55D7C-7AE4-4C74-B68C-B6B03754BCB0}"/>
    <dgm:cxn modelId="{47AAA7AA-504E-4FA3-A616-6699DFE6A2CF}" type="presOf" srcId="{A064956E-9A86-45A6-BDFB-576E37487218}" destId="{0A36065F-5F19-460E-B84D-5EF17B4B4141}" srcOrd="0" destOrd="0" presId="urn:microsoft.com/office/officeart/2005/8/layout/default"/>
    <dgm:cxn modelId="{E4ECB7DA-8AB8-437D-B706-0596228CDCF3}" srcId="{EECA9E01-0D98-465A-90F6-4C5163A9C288}" destId="{0776C2B6-2872-418D-BB36-8D0454FB6FDB}" srcOrd="5" destOrd="0" parTransId="{C1DFB0E5-8F8D-488B-A59A-984408EEF744}" sibTransId="{95650A6B-2596-403D-B450-8DA49D22ADB2}"/>
    <dgm:cxn modelId="{BE1C92FA-039A-4E4E-B3D4-848BD1F19F36}" type="presParOf" srcId="{B12A0E0F-37E1-4574-AF83-F370B3AEDDF7}" destId="{4FCC1233-F627-4483-BB27-410962A266F5}" srcOrd="0" destOrd="0" presId="urn:microsoft.com/office/officeart/2005/8/layout/default"/>
    <dgm:cxn modelId="{3CA4A47D-B71D-4F26-88E9-687072C1D912}" type="presParOf" srcId="{B12A0E0F-37E1-4574-AF83-F370B3AEDDF7}" destId="{5D8ED330-9DBD-4D5C-912A-AC2C71BA8591}" srcOrd="1" destOrd="0" presId="urn:microsoft.com/office/officeart/2005/8/layout/default"/>
    <dgm:cxn modelId="{3BE0350F-F25C-4CB3-9730-E7D858A3CF71}" type="presParOf" srcId="{B12A0E0F-37E1-4574-AF83-F370B3AEDDF7}" destId="{485B532B-319A-46FE-8227-0DC12B94C973}" srcOrd="2" destOrd="0" presId="urn:microsoft.com/office/officeart/2005/8/layout/default"/>
    <dgm:cxn modelId="{A340E927-98AF-40E9-85D6-24898A78A4F9}" type="presParOf" srcId="{B12A0E0F-37E1-4574-AF83-F370B3AEDDF7}" destId="{C246DA71-647D-482D-AA10-78FB2CCD4AE5}" srcOrd="3" destOrd="0" presId="urn:microsoft.com/office/officeart/2005/8/layout/default"/>
    <dgm:cxn modelId="{8AD9EC51-4B2F-49D9-9FB7-E8257062AE34}" type="presParOf" srcId="{B12A0E0F-37E1-4574-AF83-F370B3AEDDF7}" destId="{ED5017BA-A3F8-430B-8066-0F5D96B25426}" srcOrd="4" destOrd="0" presId="urn:microsoft.com/office/officeart/2005/8/layout/default"/>
    <dgm:cxn modelId="{B6ABF87D-2523-4A55-9344-C30EBA9E61DD}" type="presParOf" srcId="{B12A0E0F-37E1-4574-AF83-F370B3AEDDF7}" destId="{AEB642EA-F3EB-49D3-8CBB-AA507BE36C6F}" srcOrd="5" destOrd="0" presId="urn:microsoft.com/office/officeart/2005/8/layout/default"/>
    <dgm:cxn modelId="{54CF4385-67C8-46EF-9E28-803A556F5AAC}" type="presParOf" srcId="{B12A0E0F-37E1-4574-AF83-F370B3AEDDF7}" destId="{EFDD55A3-3897-485C-8056-6EC265C3C2C5}" srcOrd="6" destOrd="0" presId="urn:microsoft.com/office/officeart/2005/8/layout/default"/>
    <dgm:cxn modelId="{7011D0AA-BD14-40B6-AD27-DCA09C2C368C}" type="presParOf" srcId="{B12A0E0F-37E1-4574-AF83-F370B3AEDDF7}" destId="{8A860D7B-D03D-4398-8DB7-5D74487852F0}" srcOrd="7" destOrd="0" presId="urn:microsoft.com/office/officeart/2005/8/layout/default"/>
    <dgm:cxn modelId="{960D38A8-0254-4AA2-8C41-49FC9CA5DFF0}" type="presParOf" srcId="{B12A0E0F-37E1-4574-AF83-F370B3AEDDF7}" destId="{EC668D80-AFE9-4A79-BD18-A6A35B647E9A}" srcOrd="8" destOrd="0" presId="urn:microsoft.com/office/officeart/2005/8/layout/default"/>
    <dgm:cxn modelId="{0DC8A82F-99D9-444E-BF6D-9D7CC7C684B4}" type="presParOf" srcId="{B12A0E0F-37E1-4574-AF83-F370B3AEDDF7}" destId="{E86C2B0D-82CC-45EF-9805-AB880D7E3237}" srcOrd="9" destOrd="0" presId="urn:microsoft.com/office/officeart/2005/8/layout/default"/>
    <dgm:cxn modelId="{BC3B8285-23D1-4623-8770-A38D8F75ABD2}" type="presParOf" srcId="{B12A0E0F-37E1-4574-AF83-F370B3AEDDF7}" destId="{2C89DB11-ABB7-4712-927A-F9F2A1D47B2E}" srcOrd="10" destOrd="0" presId="urn:microsoft.com/office/officeart/2005/8/layout/default"/>
    <dgm:cxn modelId="{CAEC24C7-7B82-41BA-82CD-5EC0A99230C3}" type="presParOf" srcId="{B12A0E0F-37E1-4574-AF83-F370B3AEDDF7}" destId="{871CEE5C-4934-4029-BA02-0518EF273FE9}" srcOrd="11" destOrd="0" presId="urn:microsoft.com/office/officeart/2005/8/layout/default"/>
    <dgm:cxn modelId="{4AC5D7EF-147A-434C-80E4-846E0991F119}" type="presParOf" srcId="{B12A0E0F-37E1-4574-AF83-F370B3AEDDF7}" destId="{19D0C39A-6414-492F-8368-1876A36F36B9}" srcOrd="12" destOrd="0" presId="urn:microsoft.com/office/officeart/2005/8/layout/default"/>
    <dgm:cxn modelId="{A1B79169-F2D6-4E8E-8E4B-997E6E989156}" type="presParOf" srcId="{B12A0E0F-37E1-4574-AF83-F370B3AEDDF7}" destId="{9D8C7B40-6887-4FB2-8B6E-14637CB27B3A}" srcOrd="13" destOrd="0" presId="urn:microsoft.com/office/officeart/2005/8/layout/default"/>
    <dgm:cxn modelId="{6BF4459A-C9D1-4763-9177-87C9EE3A00FE}" type="presParOf" srcId="{B12A0E0F-37E1-4574-AF83-F370B3AEDDF7}" destId="{0A36065F-5F19-460E-B84D-5EF17B4B4141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58E6C-5FE0-4049-A634-E345D1E73B91}">
      <dsp:nvSpPr>
        <dsp:cNvPr id="0" name=""/>
        <dsp:cNvSpPr/>
      </dsp:nvSpPr>
      <dsp:spPr>
        <a:xfrm>
          <a:off x="0" y="2236294"/>
          <a:ext cx="6798539" cy="146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u="sng" kern="1200"/>
            <a:t>Objectives/questions</a:t>
          </a:r>
          <a:endParaRPr lang="en-US" sz="2500" kern="1200"/>
        </a:p>
      </dsp:txBody>
      <dsp:txXfrm>
        <a:off x="0" y="2236294"/>
        <a:ext cx="6798539" cy="792315"/>
      </dsp:txXfrm>
    </dsp:sp>
    <dsp:sp modelId="{E561DE2A-7BDE-42DA-9589-35ADCC389EA7}">
      <dsp:nvSpPr>
        <dsp:cNvPr id="0" name=""/>
        <dsp:cNvSpPr/>
      </dsp:nvSpPr>
      <dsp:spPr>
        <a:xfrm>
          <a:off x="3319" y="2999265"/>
          <a:ext cx="2263966" cy="6749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What are the </a:t>
          </a:r>
          <a:r>
            <a:rPr lang="en-GB" sz="1100" i="1" u="sng" kern="1200"/>
            <a:t>key factors </a:t>
          </a:r>
          <a:r>
            <a:rPr lang="en-GB" sz="1100" kern="1200"/>
            <a:t>that influence insurance charges?</a:t>
          </a:r>
          <a:endParaRPr lang="en-US" sz="1100" kern="1200"/>
        </a:p>
      </dsp:txBody>
      <dsp:txXfrm>
        <a:off x="3319" y="2999265"/>
        <a:ext cx="2263966" cy="674935"/>
      </dsp:txXfrm>
    </dsp:sp>
    <dsp:sp modelId="{0ED4F82E-BA5F-4F23-A3B0-9DDE01ECE874}">
      <dsp:nvSpPr>
        <dsp:cNvPr id="0" name=""/>
        <dsp:cNvSpPr/>
      </dsp:nvSpPr>
      <dsp:spPr>
        <a:xfrm>
          <a:off x="2267286" y="2999265"/>
          <a:ext cx="2263966" cy="67493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Is the evidence of bias or disparity in insurance charges based on demographic features?</a:t>
          </a:r>
          <a:endParaRPr lang="en-US" sz="1100" kern="1200"/>
        </a:p>
      </dsp:txBody>
      <dsp:txXfrm>
        <a:off x="2267286" y="2999265"/>
        <a:ext cx="2263966" cy="674935"/>
      </dsp:txXfrm>
    </dsp:sp>
    <dsp:sp modelId="{CA91941F-1ED1-45DF-B4DB-7A724B3F4690}">
      <dsp:nvSpPr>
        <dsp:cNvPr id="0" name=""/>
        <dsp:cNvSpPr/>
      </dsp:nvSpPr>
      <dsp:spPr>
        <a:xfrm>
          <a:off x="4531252" y="2999265"/>
          <a:ext cx="2263966" cy="67493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Can we train a ML model accurately to predict insurance charges on customer features?</a:t>
          </a:r>
          <a:endParaRPr lang="en-US" sz="1100" kern="1200"/>
        </a:p>
      </dsp:txBody>
      <dsp:txXfrm>
        <a:off x="4531252" y="2999265"/>
        <a:ext cx="2263966" cy="674935"/>
      </dsp:txXfrm>
    </dsp:sp>
    <dsp:sp modelId="{BF9DAC8C-4EEA-4A19-971D-CC3234422FEE}">
      <dsp:nvSpPr>
        <dsp:cNvPr id="0" name=""/>
        <dsp:cNvSpPr/>
      </dsp:nvSpPr>
      <dsp:spPr>
        <a:xfrm rot="10800000">
          <a:off x="0" y="1670"/>
          <a:ext cx="6798539" cy="225663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This is a regression learning task (Supervised) and the aim is to predict the insurance charge (continuous value) based on a few variables.</a:t>
          </a:r>
          <a:endParaRPr lang="en-US" sz="2500" kern="1200"/>
        </a:p>
      </dsp:txBody>
      <dsp:txXfrm rot="10800000">
        <a:off x="0" y="1670"/>
        <a:ext cx="6798539" cy="146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31DEF-F27E-4AAB-B52C-4530929F87E7}">
      <dsp:nvSpPr>
        <dsp:cNvPr id="0" name=""/>
        <dsp:cNvSpPr/>
      </dsp:nvSpPr>
      <dsp:spPr>
        <a:xfrm>
          <a:off x="0" y="282199"/>
          <a:ext cx="666683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0 missing values</a:t>
          </a:r>
          <a:r>
            <a:rPr lang="en-GB" sz="1600" kern="1200"/>
            <a:t> were found the dataset</a:t>
          </a:r>
          <a:r>
            <a:rPr lang="en-GB" sz="1600" kern="1200">
              <a:latin typeface="Aptos Display" panose="020F0302020204030204"/>
            </a:rPr>
            <a:t>.</a:t>
          </a:r>
          <a:endParaRPr lang="en-US" sz="1600" kern="1200"/>
        </a:p>
      </dsp:txBody>
      <dsp:txXfrm>
        <a:off x="0" y="282199"/>
        <a:ext cx="6666833" cy="680400"/>
      </dsp:txXfrm>
    </dsp:sp>
    <dsp:sp modelId="{297BD726-F328-4165-A212-83CF5EA98313}">
      <dsp:nvSpPr>
        <dsp:cNvPr id="0" name=""/>
        <dsp:cNvSpPr/>
      </dsp:nvSpPr>
      <dsp:spPr>
        <a:xfrm>
          <a:off x="333341" y="4603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Missing Data:</a:t>
          </a:r>
          <a:endParaRPr lang="en-US" sz="1600" kern="1200"/>
        </a:p>
      </dsp:txBody>
      <dsp:txXfrm>
        <a:off x="356398" y="69096"/>
        <a:ext cx="4620669" cy="426206"/>
      </dsp:txXfrm>
    </dsp:sp>
    <dsp:sp modelId="{9E1616F5-D2BC-4C16-B9F5-73A840403CF8}">
      <dsp:nvSpPr>
        <dsp:cNvPr id="0" name=""/>
        <dsp:cNvSpPr/>
      </dsp:nvSpPr>
      <dsp:spPr>
        <a:xfrm>
          <a:off x="0" y="1285159"/>
          <a:ext cx="6666833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Label Encoding</a:t>
          </a:r>
          <a:r>
            <a:rPr lang="en-GB" sz="1600" kern="1200"/>
            <a:t> was used for </a:t>
          </a:r>
          <a:r>
            <a:rPr lang="en-GB" sz="1600" b="1" kern="1200"/>
            <a:t>binary</a:t>
          </a:r>
          <a:r>
            <a:rPr lang="en-GB" sz="1600" kern="1200"/>
            <a:t> values (e.g. </a:t>
          </a:r>
          <a:r>
            <a:rPr lang="en-GB" sz="1600" b="1" kern="1200"/>
            <a:t>sex</a:t>
          </a:r>
          <a:r>
            <a:rPr lang="en-GB" sz="1600" kern="1200"/>
            <a:t>, </a:t>
          </a:r>
          <a:r>
            <a:rPr lang="en-GB" sz="1600" b="1" kern="1200"/>
            <a:t>smoker</a:t>
          </a:r>
          <a:r>
            <a:rPr lang="en-GB" sz="1600" kern="1200"/>
            <a:t>).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One-Hot Encoding </a:t>
          </a:r>
          <a:r>
            <a:rPr lang="en-GB" sz="1600" kern="1200"/>
            <a:t>was used for </a:t>
          </a:r>
          <a:r>
            <a:rPr lang="en-GB" sz="1600" b="1" kern="1200"/>
            <a:t>nominal</a:t>
          </a:r>
          <a:r>
            <a:rPr lang="en-GB" sz="1600" kern="1200"/>
            <a:t> values (e.g. </a:t>
          </a:r>
          <a:r>
            <a:rPr lang="en-GB" sz="1600" b="1" kern="1200"/>
            <a:t>region</a:t>
          </a:r>
          <a:r>
            <a:rPr lang="en-GB" sz="1600" kern="1200"/>
            <a:t>).</a:t>
          </a:r>
          <a:endParaRPr lang="en-US" sz="1600" kern="1200"/>
        </a:p>
      </dsp:txBody>
      <dsp:txXfrm>
        <a:off x="0" y="1285159"/>
        <a:ext cx="6666833" cy="1159200"/>
      </dsp:txXfrm>
    </dsp:sp>
    <dsp:sp modelId="{623E2760-D629-4CC4-BDCB-9E73A902EA7D}">
      <dsp:nvSpPr>
        <dsp:cNvPr id="0" name=""/>
        <dsp:cNvSpPr/>
      </dsp:nvSpPr>
      <dsp:spPr>
        <a:xfrm>
          <a:off x="333341" y="104899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Encoding:</a:t>
          </a:r>
          <a:endParaRPr lang="en-US" sz="1600" kern="1200"/>
        </a:p>
      </dsp:txBody>
      <dsp:txXfrm>
        <a:off x="356398" y="1072056"/>
        <a:ext cx="4620669" cy="426206"/>
      </dsp:txXfrm>
    </dsp:sp>
    <dsp:sp modelId="{318AB75A-9917-4638-AA76-94D4E7A27496}">
      <dsp:nvSpPr>
        <dsp:cNvPr id="0" name=""/>
        <dsp:cNvSpPr/>
      </dsp:nvSpPr>
      <dsp:spPr>
        <a:xfrm>
          <a:off x="0" y="2766920"/>
          <a:ext cx="6666833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/>
            <a:t>The </a:t>
          </a:r>
          <a:r>
            <a:rPr lang="en-GB" sz="1600" b="1" kern="1200"/>
            <a:t>IQR Method</a:t>
          </a:r>
          <a:r>
            <a:rPr lang="en-GB" sz="1600" kern="1200"/>
            <a:t> was used to </a:t>
          </a:r>
          <a:r>
            <a:rPr lang="en-GB" sz="1600" b="1" kern="1200"/>
            <a:t>identify extreme values.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/>
            <a:t>Capping</a:t>
          </a:r>
          <a:r>
            <a:rPr lang="en-GB" sz="1600" kern="1200"/>
            <a:t> was chosen instead of deletion to</a:t>
          </a:r>
          <a:r>
            <a:rPr lang="en-GB" sz="1600" b="1" kern="1200"/>
            <a:t> </a:t>
          </a:r>
          <a:r>
            <a:rPr lang="en-GB" sz="1600" b="1" kern="1200">
              <a:latin typeface="Aptos Display" panose="020F0302020204030204"/>
            </a:rPr>
            <a:t>retain</a:t>
          </a:r>
          <a:r>
            <a:rPr lang="en-GB" sz="1600" b="1" kern="1200"/>
            <a:t> 100%</a:t>
          </a:r>
          <a:r>
            <a:rPr lang="en-GB" sz="1600" kern="1200"/>
            <a:t> of the </a:t>
          </a:r>
          <a:r>
            <a:rPr lang="en-GB" sz="1600" b="1" kern="1200"/>
            <a:t>valuable data.</a:t>
          </a:r>
          <a:endParaRPr lang="en-US" sz="1600" kern="1200"/>
        </a:p>
      </dsp:txBody>
      <dsp:txXfrm>
        <a:off x="0" y="2766920"/>
        <a:ext cx="6666833" cy="1159200"/>
      </dsp:txXfrm>
    </dsp:sp>
    <dsp:sp modelId="{517FA159-54CB-4655-BE0F-1B1D1076EA9E}">
      <dsp:nvSpPr>
        <dsp:cNvPr id="0" name=""/>
        <dsp:cNvSpPr/>
      </dsp:nvSpPr>
      <dsp:spPr>
        <a:xfrm>
          <a:off x="333341" y="2530759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Outlier Treatment:</a:t>
          </a:r>
          <a:endParaRPr lang="en-US" sz="1600" kern="1200"/>
        </a:p>
      </dsp:txBody>
      <dsp:txXfrm>
        <a:off x="356398" y="2553816"/>
        <a:ext cx="4620669" cy="426206"/>
      </dsp:txXfrm>
    </dsp:sp>
    <dsp:sp modelId="{3EA4EDAD-64C8-4CA0-9842-E6F15F38361B}">
      <dsp:nvSpPr>
        <dsp:cNvPr id="0" name=""/>
        <dsp:cNvSpPr/>
      </dsp:nvSpPr>
      <dsp:spPr>
        <a:xfrm>
          <a:off x="0" y="4248680"/>
          <a:ext cx="6666833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33248" rIns="51742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 err="1"/>
            <a:t>StandardScaler</a:t>
          </a:r>
          <a:r>
            <a:rPr lang="en-GB" sz="1600" kern="1200"/>
            <a:t> was used to ensure that the </a:t>
          </a:r>
          <a:r>
            <a:rPr lang="en-GB" sz="1600" b="1" kern="1200"/>
            <a:t>age</a:t>
          </a:r>
          <a:r>
            <a:rPr lang="en-GB" sz="1600" kern="1200"/>
            <a:t> and </a:t>
          </a:r>
          <a:r>
            <a:rPr lang="en-GB" sz="1600" b="1" kern="1200"/>
            <a:t>BMI</a:t>
          </a:r>
          <a:r>
            <a:rPr lang="en-GB" sz="1600" kern="1200"/>
            <a:t> features have a </a:t>
          </a:r>
          <a:r>
            <a:rPr lang="en-GB" sz="1600" b="1" kern="1200"/>
            <a:t>zero mean</a:t>
          </a:r>
          <a:r>
            <a:rPr lang="en-GB" sz="1600" kern="1200"/>
            <a:t> and </a:t>
          </a:r>
          <a:r>
            <a:rPr lang="en-GB" sz="1600" b="1" kern="1200"/>
            <a:t>unit variance</a:t>
          </a:r>
          <a:r>
            <a:rPr lang="en-GB" sz="1600" b="1" kern="1200">
              <a:latin typeface="Aptos Display" panose="020F0302020204030204"/>
            </a:rPr>
            <a:t>.</a:t>
          </a:r>
          <a:endParaRPr lang="en-US" sz="1600" kern="1200"/>
        </a:p>
        <a:p>
          <a:pPr marL="342900" lvl="2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1" kern="1200">
              <a:latin typeface="Aptos Display" panose="020F0302020204030204"/>
            </a:rPr>
            <a:t>Enhance</a:t>
          </a:r>
          <a:r>
            <a:rPr lang="en-GB" sz="1600" b="1" kern="1200"/>
            <a:t> the performance</a:t>
          </a:r>
          <a:r>
            <a:rPr lang="en-GB" sz="1600" b="0" kern="1200">
              <a:latin typeface="Aptos Display" panose="020F0302020204030204"/>
            </a:rPr>
            <a:t> of machine learning models.</a:t>
          </a:r>
          <a:endParaRPr lang="en-GB" sz="1600" b="0" kern="1200"/>
        </a:p>
      </dsp:txBody>
      <dsp:txXfrm>
        <a:off x="0" y="4248680"/>
        <a:ext cx="6666833" cy="1159200"/>
      </dsp:txXfrm>
    </dsp:sp>
    <dsp:sp modelId="{EA0AC774-A121-4352-AC10-1C86D7003E00}">
      <dsp:nvSpPr>
        <dsp:cNvPr id="0" name=""/>
        <dsp:cNvSpPr/>
      </dsp:nvSpPr>
      <dsp:spPr>
        <a:xfrm>
          <a:off x="333341" y="4012520"/>
          <a:ext cx="4666783" cy="4723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Standardization:</a:t>
          </a:r>
          <a:endParaRPr lang="en-US" sz="1600" kern="1200"/>
        </a:p>
      </dsp:txBody>
      <dsp:txXfrm>
        <a:off x="356398" y="4035577"/>
        <a:ext cx="4620669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64386-A868-4C47-83D5-E37AEA429AE7}">
      <dsp:nvSpPr>
        <dsp:cNvPr id="0" name=""/>
        <dsp:cNvSpPr/>
      </dsp:nvSpPr>
      <dsp:spPr>
        <a:xfrm rot="5400000">
          <a:off x="2722445" y="-619360"/>
          <a:ext cx="1698041" cy="33613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The </a:t>
          </a:r>
          <a:r>
            <a:rPr lang="en-GB" sz="1700" b="1" kern="1200"/>
            <a:t> </a:t>
          </a:r>
          <a:r>
            <a:rPr lang="en-GB" sz="1700" kern="1200"/>
            <a:t>distribution is highly positively right-skewed (non-normal)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Suggests the choice of non-linear models (Random Forest, Gradient Boosting).</a:t>
          </a:r>
          <a:endParaRPr lang="en-US" sz="1700" kern="1200"/>
        </a:p>
      </dsp:txBody>
      <dsp:txXfrm rot="-5400000">
        <a:off x="1890776" y="295201"/>
        <a:ext cx="3278487" cy="1532257"/>
      </dsp:txXfrm>
    </dsp:sp>
    <dsp:sp modelId="{95B187B5-6773-406B-B177-E73B6C49DC4E}">
      <dsp:nvSpPr>
        <dsp:cNvPr id="0" name=""/>
        <dsp:cNvSpPr/>
      </dsp:nvSpPr>
      <dsp:spPr>
        <a:xfrm>
          <a:off x="0" y="53"/>
          <a:ext cx="189077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Target Variable Distribution (Charges)</a:t>
          </a:r>
          <a:endParaRPr lang="en-US" sz="2200" kern="1200"/>
        </a:p>
      </dsp:txBody>
      <dsp:txXfrm>
        <a:off x="92300" y="92353"/>
        <a:ext cx="1706176" cy="1937952"/>
      </dsp:txXfrm>
    </dsp:sp>
    <dsp:sp modelId="{28F2F377-EB71-4EAF-B04A-285264AF66AA}">
      <dsp:nvSpPr>
        <dsp:cNvPr id="0" name=""/>
        <dsp:cNvSpPr/>
      </dsp:nvSpPr>
      <dsp:spPr>
        <a:xfrm rot="5400000">
          <a:off x="2722445" y="1609318"/>
          <a:ext cx="1698041" cy="3361379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The Smoker variable has significant factor, creating the largest mean difference.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Non-smokers rarely exceed high charge thresholds.</a:t>
          </a:r>
          <a:endParaRPr lang="en-US" sz="1700" kern="1200"/>
        </a:p>
      </dsp:txBody>
      <dsp:txXfrm rot="-5400000">
        <a:off x="1890776" y="2523879"/>
        <a:ext cx="3278487" cy="1532257"/>
      </dsp:txXfrm>
    </dsp:sp>
    <dsp:sp modelId="{B02C4ED9-67A0-4D18-AF86-E1391FAEAB7A}">
      <dsp:nvSpPr>
        <dsp:cNvPr id="0" name=""/>
        <dsp:cNvSpPr/>
      </dsp:nvSpPr>
      <dsp:spPr>
        <a:xfrm>
          <a:off x="0" y="2228732"/>
          <a:ext cx="1890776" cy="21225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Most Influential Predictor</a:t>
          </a:r>
          <a:endParaRPr lang="en-US" sz="2200" kern="1200"/>
        </a:p>
      </dsp:txBody>
      <dsp:txXfrm>
        <a:off x="92300" y="2321032"/>
        <a:ext cx="1706176" cy="1937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8FA7D-F013-439A-8B71-E7F3703BD60A}">
      <dsp:nvSpPr>
        <dsp:cNvPr id="0" name=""/>
        <dsp:cNvSpPr/>
      </dsp:nvSpPr>
      <dsp:spPr>
        <a:xfrm rot="5400000">
          <a:off x="2224854" y="-607682"/>
          <a:ext cx="1121829" cy="262190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/>
            <a:t>Analysis showed minimal variation in charges across different sex and region groups.</a:t>
          </a:r>
          <a:endParaRPr lang="en-US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/>
            <a:t>Bias is mostly linked to smoking, rather than the demographic groups.</a:t>
          </a:r>
          <a:endParaRPr lang="en-US" sz="1100" kern="1200"/>
        </a:p>
      </dsp:txBody>
      <dsp:txXfrm rot="-5400000">
        <a:off x="1474819" y="197116"/>
        <a:ext cx="2567137" cy="1012303"/>
      </dsp:txXfrm>
    </dsp:sp>
    <dsp:sp modelId="{F7F0FE25-F63D-4F08-A2F3-93B4FA1DB1C0}">
      <dsp:nvSpPr>
        <dsp:cNvPr id="0" name=""/>
        <dsp:cNvSpPr/>
      </dsp:nvSpPr>
      <dsp:spPr>
        <a:xfrm>
          <a:off x="0" y="2124"/>
          <a:ext cx="1474818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Bias and Fairness Analysis</a:t>
          </a:r>
          <a:endParaRPr lang="en-US" sz="1800" kern="1200"/>
        </a:p>
      </dsp:txBody>
      <dsp:txXfrm>
        <a:off x="68454" y="70578"/>
        <a:ext cx="1337910" cy="1265378"/>
      </dsp:txXfrm>
    </dsp:sp>
    <dsp:sp modelId="{65EFCFAB-CCA7-46EC-A156-1DA1C2329B8C}">
      <dsp:nvSpPr>
        <dsp:cNvPr id="0" name=""/>
        <dsp:cNvSpPr/>
      </dsp:nvSpPr>
      <dsp:spPr>
        <a:xfrm rot="5400000">
          <a:off x="2224854" y="864718"/>
          <a:ext cx="1121829" cy="262190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/>
            <a:t>Average BMI in this dataset is 30.66, placing them in the Obese category</a:t>
          </a:r>
          <a:endParaRPr lang="en-US" sz="1100" kern="1200"/>
        </a:p>
      </dsp:txBody>
      <dsp:txXfrm rot="-5400000">
        <a:off x="1474819" y="1669517"/>
        <a:ext cx="2567137" cy="1012303"/>
      </dsp:txXfrm>
    </dsp:sp>
    <dsp:sp modelId="{8227C69B-3096-4EA0-B4AF-F598755D4800}">
      <dsp:nvSpPr>
        <dsp:cNvPr id="0" name=""/>
        <dsp:cNvSpPr/>
      </dsp:nvSpPr>
      <dsp:spPr>
        <a:xfrm>
          <a:off x="0" y="1474525"/>
          <a:ext cx="1474818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BMI Contextual Fact</a:t>
          </a:r>
          <a:endParaRPr lang="en-US" sz="1800" kern="1200"/>
        </a:p>
      </dsp:txBody>
      <dsp:txXfrm>
        <a:off x="68454" y="1542979"/>
        <a:ext cx="1337910" cy="1265378"/>
      </dsp:txXfrm>
    </dsp:sp>
    <dsp:sp modelId="{519FF042-11C5-45C0-A4B2-B9770BE50353}">
      <dsp:nvSpPr>
        <dsp:cNvPr id="0" name=""/>
        <dsp:cNvSpPr/>
      </dsp:nvSpPr>
      <dsp:spPr>
        <a:xfrm rot="5400000">
          <a:off x="2224854" y="2337119"/>
          <a:ext cx="1121829" cy="262190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/>
            <a:t>Correlation Heatmap confirmed high positive correlation between Smoker and Charges.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/>
            <a:t>It also shows low multicollinearity between predictor variables.</a:t>
          </a:r>
          <a:endParaRPr lang="en-US" sz="1100" kern="1200"/>
        </a:p>
      </dsp:txBody>
      <dsp:txXfrm rot="-5400000">
        <a:off x="1474819" y="3141918"/>
        <a:ext cx="2567137" cy="1012303"/>
      </dsp:txXfrm>
    </dsp:sp>
    <dsp:sp modelId="{40813C07-77F9-4CC9-B570-401A536A8A6A}">
      <dsp:nvSpPr>
        <dsp:cNvPr id="0" name=""/>
        <dsp:cNvSpPr/>
      </dsp:nvSpPr>
      <dsp:spPr>
        <a:xfrm>
          <a:off x="0" y="2946926"/>
          <a:ext cx="1474818" cy="14022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Feature Correlation</a:t>
          </a:r>
          <a:endParaRPr lang="en-US" sz="1800" kern="1200"/>
        </a:p>
      </dsp:txBody>
      <dsp:txXfrm>
        <a:off x="68454" y="3015380"/>
        <a:ext cx="1337910" cy="12653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9070B-E47B-4F60-A09B-80E471E0EE18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E8033-DAD1-432D-BAEB-5C0AC621BF70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Linear Regression</a:t>
          </a:r>
          <a:endParaRPr lang="en-US" sz="4000" kern="1200"/>
        </a:p>
      </dsp:txBody>
      <dsp:txXfrm>
        <a:off x="0" y="675"/>
        <a:ext cx="6900512" cy="1106957"/>
      </dsp:txXfrm>
    </dsp:sp>
    <dsp:sp modelId="{968DBFA5-5F71-48F4-828A-E1722A4BBC5D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70445-B216-4C26-AA66-34C46ED32E21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Random Forest Regressor</a:t>
          </a:r>
          <a:endParaRPr lang="en-US" sz="4000" kern="1200"/>
        </a:p>
      </dsp:txBody>
      <dsp:txXfrm>
        <a:off x="0" y="1107633"/>
        <a:ext cx="6900512" cy="1106957"/>
      </dsp:txXfrm>
    </dsp:sp>
    <dsp:sp modelId="{BDD8D865-31C9-4A09-B52E-18282CCC5D44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F6D2C-E736-4CDB-BF79-F9043F483DBA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Gradient Boosting Regressor</a:t>
          </a:r>
          <a:endParaRPr lang="en-US" sz="4000" kern="1200"/>
        </a:p>
      </dsp:txBody>
      <dsp:txXfrm>
        <a:off x="0" y="2214591"/>
        <a:ext cx="6900512" cy="1106957"/>
      </dsp:txXfrm>
    </dsp:sp>
    <dsp:sp modelId="{C7B56974-F29D-4505-8E8B-2691D6F4C8CA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55B82-9486-41BD-9CDC-CAD87BD1C24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Support Vector Regressor</a:t>
          </a:r>
          <a:endParaRPr lang="en-US" sz="4000" kern="1200"/>
        </a:p>
      </dsp:txBody>
      <dsp:txXfrm>
        <a:off x="0" y="3321549"/>
        <a:ext cx="6900512" cy="1106957"/>
      </dsp:txXfrm>
    </dsp:sp>
    <dsp:sp modelId="{97FD0DB8-8175-41CE-9331-7F532B19D407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1F40B-47E1-4A3F-BDF9-5F10E45DB23D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Ridge/Lasso Regression</a:t>
          </a:r>
          <a:endParaRPr lang="en-US" sz="4000" kern="1200"/>
        </a:p>
      </dsp:txBody>
      <dsp:txXfrm>
        <a:off x="0" y="4428507"/>
        <a:ext cx="6900512" cy="11069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A8D23-0E9D-4A0B-8D3B-7FB63E17D1BE}">
      <dsp:nvSpPr>
        <dsp:cNvPr id="0" name=""/>
        <dsp:cNvSpPr/>
      </dsp:nvSpPr>
      <dsp:spPr>
        <a:xfrm>
          <a:off x="3111649" y="2726960"/>
          <a:ext cx="443533" cy="23839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766" y="0"/>
              </a:lnTo>
              <a:lnTo>
                <a:pt x="221766" y="2383990"/>
              </a:lnTo>
              <a:lnTo>
                <a:pt x="443533" y="238399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B2592C-93F4-4157-AD35-0B4EEC02657C}">
      <dsp:nvSpPr>
        <dsp:cNvPr id="0" name=""/>
        <dsp:cNvSpPr/>
      </dsp:nvSpPr>
      <dsp:spPr>
        <a:xfrm>
          <a:off x="3111649" y="2726960"/>
          <a:ext cx="443533" cy="1430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766" y="0"/>
              </a:lnTo>
              <a:lnTo>
                <a:pt x="221766" y="1430394"/>
              </a:lnTo>
              <a:lnTo>
                <a:pt x="443533" y="143039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E34ED6-D6D4-4789-95E1-55293C93AA24}">
      <dsp:nvSpPr>
        <dsp:cNvPr id="0" name=""/>
        <dsp:cNvSpPr/>
      </dsp:nvSpPr>
      <dsp:spPr>
        <a:xfrm>
          <a:off x="3111649" y="2726960"/>
          <a:ext cx="443533" cy="4767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766" y="0"/>
              </a:lnTo>
              <a:lnTo>
                <a:pt x="221766" y="476798"/>
              </a:lnTo>
              <a:lnTo>
                <a:pt x="443533" y="476798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A21662-3E8B-4DC2-9404-C4C26BC65544}">
      <dsp:nvSpPr>
        <dsp:cNvPr id="0" name=""/>
        <dsp:cNvSpPr/>
      </dsp:nvSpPr>
      <dsp:spPr>
        <a:xfrm>
          <a:off x="3111649" y="2250161"/>
          <a:ext cx="443533" cy="476798"/>
        </a:xfrm>
        <a:custGeom>
          <a:avLst/>
          <a:gdLst/>
          <a:ahLst/>
          <a:cxnLst/>
          <a:rect l="0" t="0" r="0" b="0"/>
          <a:pathLst>
            <a:path>
              <a:moveTo>
                <a:pt x="0" y="476798"/>
              </a:moveTo>
              <a:lnTo>
                <a:pt x="221766" y="476798"/>
              </a:lnTo>
              <a:lnTo>
                <a:pt x="221766" y="0"/>
              </a:lnTo>
              <a:lnTo>
                <a:pt x="44353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E984F-7D14-485C-980B-C25F8C023511}">
      <dsp:nvSpPr>
        <dsp:cNvPr id="0" name=""/>
        <dsp:cNvSpPr/>
      </dsp:nvSpPr>
      <dsp:spPr>
        <a:xfrm>
          <a:off x="3111649" y="1296565"/>
          <a:ext cx="443533" cy="1430394"/>
        </a:xfrm>
        <a:custGeom>
          <a:avLst/>
          <a:gdLst/>
          <a:ahLst/>
          <a:cxnLst/>
          <a:rect l="0" t="0" r="0" b="0"/>
          <a:pathLst>
            <a:path>
              <a:moveTo>
                <a:pt x="0" y="1430394"/>
              </a:moveTo>
              <a:lnTo>
                <a:pt x="221766" y="1430394"/>
              </a:lnTo>
              <a:lnTo>
                <a:pt x="221766" y="0"/>
              </a:lnTo>
              <a:lnTo>
                <a:pt x="44353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A74FE3-7C9F-4BF0-89FB-BE8312F90D98}">
      <dsp:nvSpPr>
        <dsp:cNvPr id="0" name=""/>
        <dsp:cNvSpPr/>
      </dsp:nvSpPr>
      <dsp:spPr>
        <a:xfrm>
          <a:off x="3111649" y="342969"/>
          <a:ext cx="443533" cy="2383990"/>
        </a:xfrm>
        <a:custGeom>
          <a:avLst/>
          <a:gdLst/>
          <a:ahLst/>
          <a:cxnLst/>
          <a:rect l="0" t="0" r="0" b="0"/>
          <a:pathLst>
            <a:path>
              <a:moveTo>
                <a:pt x="0" y="2383990"/>
              </a:moveTo>
              <a:lnTo>
                <a:pt x="221766" y="2383990"/>
              </a:lnTo>
              <a:lnTo>
                <a:pt x="221766" y="0"/>
              </a:lnTo>
              <a:lnTo>
                <a:pt x="44353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8F43D4-6CD9-4A1F-8C10-161A68FBD649}">
      <dsp:nvSpPr>
        <dsp:cNvPr id="0" name=""/>
        <dsp:cNvSpPr/>
      </dsp:nvSpPr>
      <dsp:spPr>
        <a:xfrm>
          <a:off x="893983" y="1435169"/>
          <a:ext cx="2217666" cy="67638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20:80 Test-Training Split</a:t>
          </a:r>
          <a:endParaRPr lang="en-US" sz="1800" kern="1200"/>
        </a:p>
      </dsp:txBody>
      <dsp:txXfrm>
        <a:off x="893983" y="1435169"/>
        <a:ext cx="2217666" cy="676388"/>
      </dsp:txXfrm>
    </dsp:sp>
    <dsp:sp modelId="{CECC4D38-F49D-4B5F-A4A5-D7D8458679EF}">
      <dsp:nvSpPr>
        <dsp:cNvPr id="0" name=""/>
        <dsp:cNvSpPr/>
      </dsp:nvSpPr>
      <dsp:spPr>
        <a:xfrm>
          <a:off x="893983" y="2388765"/>
          <a:ext cx="2217666" cy="67638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Regular training and fitting of six models:</a:t>
          </a:r>
          <a:endParaRPr lang="en-US" sz="1800" kern="1200"/>
        </a:p>
      </dsp:txBody>
      <dsp:txXfrm>
        <a:off x="893983" y="2388765"/>
        <a:ext cx="2217666" cy="676388"/>
      </dsp:txXfrm>
    </dsp:sp>
    <dsp:sp modelId="{8945517D-A9B0-47CA-9AC0-4C1A26ABD214}">
      <dsp:nvSpPr>
        <dsp:cNvPr id="0" name=""/>
        <dsp:cNvSpPr/>
      </dsp:nvSpPr>
      <dsp:spPr>
        <a:xfrm>
          <a:off x="3555183" y="4774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Linear Regression</a:t>
          </a:r>
          <a:endParaRPr lang="en-US" sz="1800" kern="1200"/>
        </a:p>
      </dsp:txBody>
      <dsp:txXfrm>
        <a:off x="3555183" y="4774"/>
        <a:ext cx="2217666" cy="676388"/>
      </dsp:txXfrm>
    </dsp:sp>
    <dsp:sp modelId="{93724767-07FA-482F-AD39-6AA99E02D7B5}">
      <dsp:nvSpPr>
        <dsp:cNvPr id="0" name=""/>
        <dsp:cNvSpPr/>
      </dsp:nvSpPr>
      <dsp:spPr>
        <a:xfrm>
          <a:off x="3555183" y="958371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Random Forest</a:t>
          </a:r>
          <a:endParaRPr lang="en-US" sz="1800" kern="1200"/>
        </a:p>
      </dsp:txBody>
      <dsp:txXfrm>
        <a:off x="3555183" y="958371"/>
        <a:ext cx="2217666" cy="676388"/>
      </dsp:txXfrm>
    </dsp:sp>
    <dsp:sp modelId="{78E81AA3-E644-4D77-8067-0C4802E14559}">
      <dsp:nvSpPr>
        <dsp:cNvPr id="0" name=""/>
        <dsp:cNvSpPr/>
      </dsp:nvSpPr>
      <dsp:spPr>
        <a:xfrm>
          <a:off x="3555183" y="1911967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Gradient Boosting</a:t>
          </a:r>
          <a:endParaRPr lang="en-US" sz="1800" kern="1200"/>
        </a:p>
      </dsp:txBody>
      <dsp:txXfrm>
        <a:off x="3555183" y="1911967"/>
        <a:ext cx="2217666" cy="676388"/>
      </dsp:txXfrm>
    </dsp:sp>
    <dsp:sp modelId="{717C3A69-A248-4BA2-9BF2-6A10051A1B5C}">
      <dsp:nvSpPr>
        <dsp:cNvPr id="0" name=""/>
        <dsp:cNvSpPr/>
      </dsp:nvSpPr>
      <dsp:spPr>
        <a:xfrm>
          <a:off x="3555183" y="2865564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Scale Vector Regression</a:t>
          </a:r>
          <a:endParaRPr lang="en-US" sz="1800" kern="1200"/>
        </a:p>
      </dsp:txBody>
      <dsp:txXfrm>
        <a:off x="3555183" y="2865564"/>
        <a:ext cx="2217666" cy="676388"/>
      </dsp:txXfrm>
    </dsp:sp>
    <dsp:sp modelId="{593321DF-FC2B-437D-A207-BB6715CFCF58}">
      <dsp:nvSpPr>
        <dsp:cNvPr id="0" name=""/>
        <dsp:cNvSpPr/>
      </dsp:nvSpPr>
      <dsp:spPr>
        <a:xfrm>
          <a:off x="3555183" y="3819160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Ridge Regression</a:t>
          </a:r>
          <a:endParaRPr lang="en-US" sz="1800" kern="1200"/>
        </a:p>
      </dsp:txBody>
      <dsp:txXfrm>
        <a:off x="3555183" y="3819160"/>
        <a:ext cx="2217666" cy="676388"/>
      </dsp:txXfrm>
    </dsp:sp>
    <dsp:sp modelId="{188CA08B-1635-4F08-91B7-023EB8D6A850}">
      <dsp:nvSpPr>
        <dsp:cNvPr id="0" name=""/>
        <dsp:cNvSpPr/>
      </dsp:nvSpPr>
      <dsp:spPr>
        <a:xfrm>
          <a:off x="3555183" y="4772756"/>
          <a:ext cx="2217666" cy="6763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Lasso Regression</a:t>
          </a:r>
          <a:endParaRPr lang="en-US" sz="1800" kern="1200"/>
        </a:p>
      </dsp:txBody>
      <dsp:txXfrm>
        <a:off x="3555183" y="4772756"/>
        <a:ext cx="2217666" cy="6763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C1233-F627-4483-BB27-410962A266F5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Data processing</a:t>
          </a:r>
          <a:endParaRPr lang="en-US" sz="2800" kern="1200"/>
        </a:p>
      </dsp:txBody>
      <dsp:txXfrm>
        <a:off x="3201" y="445489"/>
        <a:ext cx="2539866" cy="1523919"/>
      </dsp:txXfrm>
    </dsp:sp>
    <dsp:sp modelId="{485B532B-319A-46FE-8227-0DC12B94C973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Exploratory Data Analysis</a:t>
          </a:r>
          <a:endParaRPr lang="en-US" sz="2800" kern="1200"/>
        </a:p>
      </dsp:txBody>
      <dsp:txXfrm>
        <a:off x="2797054" y="445489"/>
        <a:ext cx="2539866" cy="1523919"/>
      </dsp:txXfrm>
    </dsp:sp>
    <dsp:sp modelId="{ED5017BA-A3F8-430B-8066-0F5D96B25426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Model Selection and Training</a:t>
          </a:r>
          <a:endParaRPr lang="en-US" sz="2800" kern="1200"/>
        </a:p>
      </dsp:txBody>
      <dsp:txXfrm>
        <a:off x="5590907" y="445489"/>
        <a:ext cx="2539866" cy="1523919"/>
      </dsp:txXfrm>
    </dsp:sp>
    <dsp:sp modelId="{EFDD55A3-3897-485C-8056-6EC265C3C2C5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Evaluation Metrics</a:t>
          </a:r>
          <a:endParaRPr lang="en-US" sz="2800" kern="1200"/>
        </a:p>
      </dsp:txBody>
      <dsp:txXfrm>
        <a:off x="8384760" y="445489"/>
        <a:ext cx="2539866" cy="1523919"/>
      </dsp:txXfrm>
    </dsp:sp>
    <dsp:sp modelId="{EC668D80-AFE9-4A79-BD18-A6A35B647E9A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Feature Engineering</a:t>
          </a:r>
          <a:endParaRPr lang="en-US" sz="2800" kern="1200"/>
        </a:p>
      </dsp:txBody>
      <dsp:txXfrm>
        <a:off x="3201" y="2223395"/>
        <a:ext cx="2539866" cy="1523919"/>
      </dsp:txXfrm>
    </dsp:sp>
    <dsp:sp modelId="{2C89DB11-ABB7-4712-927A-F9F2A1D47B2E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Interpretability</a:t>
          </a:r>
          <a:endParaRPr lang="en-US" sz="2800" kern="1200"/>
        </a:p>
      </dsp:txBody>
      <dsp:txXfrm>
        <a:off x="2797054" y="2223395"/>
        <a:ext cx="2539866" cy="1523919"/>
      </dsp:txXfrm>
    </dsp:sp>
    <dsp:sp modelId="{19D0C39A-6414-492F-8368-1876A36F36B9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Practical Coding Skills</a:t>
          </a:r>
          <a:endParaRPr lang="en-US" sz="2800" kern="1200"/>
        </a:p>
      </dsp:txBody>
      <dsp:txXfrm>
        <a:off x="5590907" y="2223395"/>
        <a:ext cx="2539866" cy="1523919"/>
      </dsp:txXfrm>
    </dsp:sp>
    <dsp:sp modelId="{0A36065F-5F19-460E-B84D-5EF17B4B4141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Critical Thinking</a:t>
          </a:r>
          <a:endParaRPr lang="en-US" sz="2800" kern="120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3D Glass Rendering Of Chemical Compounds">
            <a:extLst>
              <a:ext uri="{FF2B5EF4-FFF2-40B4-BE49-F238E27FC236}">
                <a16:creationId xmlns:a16="http://schemas.microsoft.com/office/drawing/2014/main" id="{C2DB59D2-70BB-9C40-83DD-7B8270F271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en-GB" sz="5200">
                <a:solidFill>
                  <a:schemeClr val="bg1"/>
                </a:solidFill>
              </a:rPr>
              <a:t>Building a regression ML model to determine key factors and bias in medical insurance charges.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523" y="4718033"/>
            <a:ext cx="10678296" cy="117503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GB" sz="1000">
                <a:solidFill>
                  <a:srgbClr val="FFFFFF"/>
                </a:solidFill>
              </a:rPr>
              <a:t>Artificial Intelligence and Machine Learning – CMP5367</a:t>
            </a:r>
          </a:p>
          <a:p>
            <a:pPr algn="l"/>
            <a:r>
              <a:rPr lang="en-GB" sz="1000" i="1">
                <a:solidFill>
                  <a:srgbClr val="FFFFFF"/>
                </a:solidFill>
              </a:rPr>
              <a:t>Birmingham City University</a:t>
            </a:r>
            <a:endParaRPr lang="en-GB" sz="1000">
              <a:solidFill>
                <a:srgbClr val="FFFFFF"/>
              </a:solidFill>
            </a:endParaRPr>
          </a:p>
          <a:p>
            <a:pPr algn="l"/>
            <a:r>
              <a:rPr lang="en-GB" sz="1000">
                <a:solidFill>
                  <a:srgbClr val="FFFFFF"/>
                </a:solidFill>
              </a:rPr>
              <a:t>Written by:</a:t>
            </a:r>
          </a:p>
          <a:p>
            <a:pPr algn="l"/>
            <a:r>
              <a:rPr lang="en-GB" sz="1000">
                <a:solidFill>
                  <a:srgbClr val="FFFFFF"/>
                </a:solidFill>
              </a:rPr>
              <a:t>Alex Rush 23140056</a:t>
            </a:r>
          </a:p>
          <a:p>
            <a:pPr algn="l"/>
            <a:r>
              <a:rPr lang="en-GB" sz="1000">
                <a:solidFill>
                  <a:srgbClr val="FFFFFF"/>
                </a:solidFill>
              </a:rPr>
              <a:t>Zakaria Miah 23229944</a:t>
            </a:r>
          </a:p>
          <a:p>
            <a:pPr algn="l"/>
            <a:r>
              <a:rPr lang="en-GB" sz="1000">
                <a:solidFill>
                  <a:srgbClr val="FFFFFF"/>
                </a:solidFill>
              </a:rPr>
              <a:t>Orlando Igwe 231169111</a:t>
            </a:r>
          </a:p>
          <a:p>
            <a:pPr algn="l"/>
            <a:r>
              <a:rPr lang="en-GB" sz="1000">
                <a:solidFill>
                  <a:srgbClr val="FFFFFF"/>
                </a:solidFill>
              </a:rPr>
              <a:t>Mohammed Shams 24140905</a:t>
            </a:r>
          </a:p>
          <a:p>
            <a:pPr algn="l"/>
            <a:endParaRPr lang="en-GB" sz="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D8B46-F799-C1E4-CCFC-90DAD113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4000"/>
              <a:t>Introduction (Alex)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1BF1AE-F7B4-3B97-85AF-FAAFCCD333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71" r="3436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DE37E3-730C-C9CF-3FAE-64CC33B33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040363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208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40300-7C50-6BE0-CA1C-F78691F58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Dataset Description </a:t>
            </a:r>
            <a:r>
              <a:rPr lang="en-GB" sz="1200">
                <a:solidFill>
                  <a:srgbClr val="FFFFFF"/>
                </a:solidFill>
              </a:rPr>
              <a:t>(Alex)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C8462-08F0-22F9-A5AF-57479177F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1800"/>
              <a:t>The source of the data is from Kaggle, and it is originally a synthetic dataset from the ML Book (ML with R by Brett Lantz)</a:t>
            </a:r>
          </a:p>
          <a:p>
            <a:pPr marL="0" indent="0">
              <a:buNone/>
            </a:pPr>
            <a:r>
              <a:rPr lang="en-GB" sz="1800" b="1" u="sng"/>
              <a:t>Key Variables</a:t>
            </a:r>
          </a:p>
          <a:p>
            <a:pPr marL="457200" indent="-457200"/>
            <a:r>
              <a:rPr lang="en-GB" sz="1800"/>
              <a:t>Age</a:t>
            </a:r>
          </a:p>
          <a:p>
            <a:pPr marL="457200" indent="-457200"/>
            <a:r>
              <a:rPr lang="en-GB" sz="1800"/>
              <a:t>Sex</a:t>
            </a:r>
          </a:p>
          <a:p>
            <a:pPr marL="457200" indent="-457200"/>
            <a:r>
              <a:rPr lang="en-GB" sz="1800"/>
              <a:t>BMI</a:t>
            </a:r>
          </a:p>
          <a:p>
            <a:pPr marL="457200" indent="-457200"/>
            <a:r>
              <a:rPr lang="en-GB" sz="1800"/>
              <a:t>Children</a:t>
            </a:r>
          </a:p>
          <a:p>
            <a:pPr marL="457200" indent="-457200"/>
            <a:r>
              <a:rPr lang="en-GB" sz="1800"/>
              <a:t>Smoker Y/N</a:t>
            </a:r>
          </a:p>
          <a:p>
            <a:pPr marL="457200" indent="-457200"/>
            <a:r>
              <a:rPr lang="en-GB" sz="1800"/>
              <a:t>Region</a:t>
            </a:r>
          </a:p>
          <a:p>
            <a:pPr marL="457200" indent="-457200"/>
            <a:r>
              <a:rPr lang="en-GB" sz="1800"/>
              <a:t>Charges</a:t>
            </a:r>
          </a:p>
        </p:txBody>
      </p:sp>
    </p:spTree>
    <p:extLst>
      <p:ext uri="{BB962C8B-B14F-4D97-AF65-F5344CB8AC3E}">
        <p14:creationId xmlns:p14="http://schemas.microsoft.com/office/powerpoint/2010/main" val="116788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40F35-3846-7BD9-7835-BD9C88C1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 Preprocessing (Orlando)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E4E697-C6A1-AE94-D584-768C7F0026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6247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57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E21814A-8BDD-241E-10DB-6DD2FC1502E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C0DD2-9600-4304-6FB5-10E2D35A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Exploratory Data Analysis (EDA) (Orlando)</a:t>
            </a: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F6B6150F-6D6F-2622-B6DE-4DA97F820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375445"/>
              </p:ext>
            </p:extLst>
          </p:nvPr>
        </p:nvGraphicFramePr>
        <p:xfrm>
          <a:off x="838200" y="1825625"/>
          <a:ext cx="52521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7" name="Picture 156" descr="A diagram of a distribution of insurance charges&#10;&#10;AI-generated content may be incorrect.">
            <a:extLst>
              <a:ext uri="{FF2B5EF4-FFF2-40B4-BE49-F238E27FC236}">
                <a16:creationId xmlns:a16="http://schemas.microsoft.com/office/drawing/2014/main" id="{EDE2AC26-B355-5144-D4B0-02366E069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6886" y="1470055"/>
            <a:ext cx="3201937" cy="2637809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8F11D455-B39B-997C-52E8-41CFEE41F5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7872" y="4110462"/>
            <a:ext cx="3190855" cy="241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B10948-4A96-B23A-F9A7-AE93906B0D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85" b="147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B7F4F-5C37-A2AE-6F0D-0F6187A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Exploratory Data Analysis (EDA) (Orlando)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F7E5B2F-F9B0-9889-1E14-52A861004D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151239"/>
              </p:ext>
            </p:extLst>
          </p:nvPr>
        </p:nvGraphicFramePr>
        <p:xfrm>
          <a:off x="838200" y="1825625"/>
          <a:ext cx="409671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4" name="Picture 33" descr="A diagram of a distribution of bmi&#10;&#10;AI-generated content may be incorrect.">
            <a:extLst>
              <a:ext uri="{FF2B5EF4-FFF2-40B4-BE49-F238E27FC236}">
                <a16:creationId xmlns:a16="http://schemas.microsoft.com/office/drawing/2014/main" id="{8205501B-CBAE-C9C4-CC11-1B1C146BE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519" y="3998391"/>
            <a:ext cx="2822096" cy="2490471"/>
          </a:xfrm>
          <a:prstGeom prst="rect">
            <a:avLst/>
          </a:prstGeom>
        </p:spPr>
      </p:pic>
      <p:pic>
        <p:nvPicPr>
          <p:cNvPr id="42" name="Picture 41" descr="A screenshot of a graph&#10;&#10;AI-generated content may be incorrect.">
            <a:extLst>
              <a:ext uri="{FF2B5EF4-FFF2-40B4-BE49-F238E27FC236}">
                <a16:creationId xmlns:a16="http://schemas.microsoft.com/office/drawing/2014/main" id="{0FFFEF71-B027-EF75-3BC1-BD198965CA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3020" y="4016621"/>
            <a:ext cx="2866971" cy="246766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A1C0878-B67E-0ADC-C0E3-307458132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4456" y="1730986"/>
            <a:ext cx="2831856" cy="228233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90ABA9B-0D65-B375-1823-099C5851D5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718" y="1734204"/>
            <a:ext cx="2864843" cy="226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3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13D59-D9BC-4E53-1140-A129EBF9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4600"/>
              <a:t>Model Selection (Mohammed)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3A6A66F-8AF4-F39F-0809-BCB91C40B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9196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658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70566-B6F8-17A7-6B41-3487AD23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D418C-B425-61E3-5627-04350AF6C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/>
              <a:t>Chosen For:</a:t>
            </a:r>
          </a:p>
          <a:p>
            <a:pPr marL="457200" lvl="1" indent="0">
              <a:buNone/>
            </a:pPr>
            <a:r>
              <a:rPr lang="en-GB"/>
              <a:t>-Good for basic relationships between features</a:t>
            </a:r>
          </a:p>
          <a:p>
            <a:pPr marL="457200" lvl="1" indent="0">
              <a:buNone/>
            </a:pPr>
            <a:r>
              <a:rPr lang="en-GB"/>
              <a:t>-Highly interpretable results</a:t>
            </a:r>
          </a:p>
          <a:p>
            <a:pPr marL="457200" lvl="1" indent="0">
              <a:buNone/>
            </a:pPr>
            <a:r>
              <a:rPr lang="en-GB"/>
              <a:t>-Good foundation for later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2413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F4D18-BF26-4BD0-E7E7-DD80F2EF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89CFB-B718-EF0A-6086-02B52D252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/>
              <a:t>Chosen For</a:t>
            </a:r>
            <a:endParaRPr lang="en-US"/>
          </a:p>
          <a:p>
            <a:pPr marL="457200" lvl="1" indent="0">
              <a:buNone/>
            </a:pPr>
            <a:r>
              <a:rPr lang="en-GB"/>
              <a:t>-Handles linear and non-linear very well</a:t>
            </a:r>
          </a:p>
          <a:p>
            <a:pPr marL="457200" lvl="1" indent="0">
              <a:buNone/>
            </a:pPr>
            <a:r>
              <a:rPr lang="en-GB"/>
              <a:t>-Improved accuracy over other models</a:t>
            </a:r>
          </a:p>
          <a:p>
            <a:pPr marL="457200" lvl="1" indent="0">
              <a:buNone/>
            </a:pPr>
            <a:r>
              <a:rPr lang="en-GB"/>
              <a:t>-Handles outliers well</a:t>
            </a:r>
          </a:p>
        </p:txBody>
      </p:sp>
    </p:spTree>
    <p:extLst>
      <p:ext uri="{BB962C8B-B14F-4D97-AF65-F5344CB8AC3E}">
        <p14:creationId xmlns:p14="http://schemas.microsoft.com/office/powerpoint/2010/main" val="251014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38F10-253A-8656-2566-5213DEE6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B550-C2F6-CE15-9B1B-167A50F1A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Chosen For:</a:t>
            </a:r>
            <a:endParaRPr lang="en-US"/>
          </a:p>
          <a:p>
            <a:pPr marL="457200" lvl="1" indent="0">
              <a:buNone/>
            </a:pPr>
            <a:r>
              <a:rPr lang="en-GB"/>
              <a:t>-Building on small errors from previous models</a:t>
            </a:r>
          </a:p>
          <a:p>
            <a:pPr marL="457200" lvl="1" indent="0">
              <a:buNone/>
            </a:pPr>
            <a:r>
              <a:rPr lang="en-GB"/>
              <a:t>-Captures feature interactions better</a:t>
            </a:r>
          </a:p>
          <a:p>
            <a:pPr marL="457200" lvl="1" indent="0">
              <a:buNone/>
            </a:pPr>
            <a:r>
              <a:rPr lang="en-GB"/>
              <a:t>-Smoother and more precise predictions in comparison</a:t>
            </a:r>
          </a:p>
        </p:txBody>
      </p:sp>
    </p:spTree>
    <p:extLst>
      <p:ext uri="{BB962C8B-B14F-4D97-AF65-F5344CB8AC3E}">
        <p14:creationId xmlns:p14="http://schemas.microsoft.com/office/powerpoint/2010/main" val="266714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89706-0D7D-9AA9-A191-929EFB98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Support Vector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851B-19F4-B392-3E05-7836B5BC9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/>
              <a:t>Chosen For:</a:t>
            </a:r>
          </a:p>
          <a:p>
            <a:pPr marL="457200" lvl="1" indent="0">
              <a:buNone/>
            </a:pPr>
            <a:r>
              <a:rPr lang="en-GB"/>
              <a:t>-Scaled input required</a:t>
            </a:r>
          </a:p>
          <a:p>
            <a:pPr marL="457200" lvl="1" indent="0">
              <a:buNone/>
            </a:pPr>
            <a:r>
              <a:rPr lang="en-GB"/>
              <a:t>-Used normalisation applied in earlier models</a:t>
            </a:r>
          </a:p>
          <a:p>
            <a:pPr marL="457200" lvl="1" indent="0">
              <a:buNone/>
            </a:pPr>
            <a:r>
              <a:rPr lang="en-GB"/>
              <a:t>-Captures smaller cost variations</a:t>
            </a:r>
          </a:p>
          <a:p>
            <a:pPr marL="457200" lvl="1" indent="0">
              <a:buNone/>
            </a:pPr>
            <a:r>
              <a:rPr lang="en-GB"/>
              <a:t>-Scaling improves model sensitivity</a:t>
            </a:r>
          </a:p>
          <a:p>
            <a:pPr marL="457200" lvl="1" indent="0">
              <a:buNone/>
            </a:pPr>
            <a:r>
              <a:rPr lang="en-GB"/>
              <a:t>-Better feature fairness</a:t>
            </a:r>
          </a:p>
        </p:txBody>
      </p:sp>
    </p:spTree>
    <p:extLst>
      <p:ext uri="{BB962C8B-B14F-4D97-AF65-F5344CB8AC3E}">
        <p14:creationId xmlns:p14="http://schemas.microsoft.com/office/powerpoint/2010/main" val="1819524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34E7F-448A-7C03-4A9C-9A4F8905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Ridge/Lasso Regressor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D45D-A711-6DB2-3F81-242DA599F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Chosen For:</a:t>
            </a:r>
          </a:p>
          <a:p>
            <a:pPr marL="457200" lvl="1" indent="0">
              <a:buNone/>
            </a:pPr>
            <a:r>
              <a:rPr lang="en-GB"/>
              <a:t>-It's regularisation function to improve generalisation</a:t>
            </a:r>
          </a:p>
          <a:p>
            <a:pPr marL="457200" lvl="1" indent="0">
              <a:buNone/>
            </a:pPr>
            <a:r>
              <a:rPr lang="en-GB"/>
              <a:t>-Adds a penalty to the loss function based on input coefficient</a:t>
            </a:r>
          </a:p>
          <a:p>
            <a:pPr marL="457200" lvl="1" indent="0">
              <a:buNone/>
            </a:pPr>
            <a:r>
              <a:rPr lang="en-GB"/>
              <a:t>-Reduces data complexity</a:t>
            </a:r>
          </a:p>
          <a:p>
            <a:pPr marL="457200" lvl="1" indent="0">
              <a:buNone/>
            </a:pPr>
            <a:r>
              <a:rPr lang="en-GB"/>
              <a:t>-Presents overfitting</a:t>
            </a:r>
          </a:p>
        </p:txBody>
      </p:sp>
    </p:spTree>
    <p:extLst>
      <p:ext uri="{BB962C8B-B14F-4D97-AF65-F5344CB8AC3E}">
        <p14:creationId xmlns:p14="http://schemas.microsoft.com/office/powerpoint/2010/main" val="145439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EA75B-6FEF-2B30-1205-77701A8A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5E2A4-BD63-C970-5952-A91EC2AC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Training &amp; Evaluation (Zak/Alex)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38B3A57D-36A8-288A-F5EF-E79AAA0862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8563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4429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10C3-C33D-78AD-5B5C-CCA2FE3A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73FE3-CF25-C2E4-50FD-E07290E6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Training &amp; Evaluation (Zak/Alex)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0A115-F39E-B6B4-2BD2-1DA01DED4BD8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5-Fold Cross Validation on five models (excluding SVR) to: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Reduce Overfitting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Utilize the data more efficiently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Produce more reliable R</a:t>
            </a:r>
            <a:r>
              <a:rPr lang="en-US" sz="2200" b="1" baseline="30000"/>
              <a:t>2 </a:t>
            </a:r>
            <a:r>
              <a:rPr lang="en-US" sz="2200" b="1"/>
              <a:t>Scores</a:t>
            </a:r>
          </a:p>
        </p:txBody>
      </p:sp>
      <p:pic>
        <p:nvPicPr>
          <p:cNvPr id="3" name="Picture 2" descr="Practical Guide to Cross-Validation in Machine Learning ...">
            <a:extLst>
              <a:ext uri="{FF2B5EF4-FFF2-40B4-BE49-F238E27FC236}">
                <a16:creationId xmlns:a16="http://schemas.microsoft.com/office/drawing/2014/main" id="{C225E367-8374-67BA-1BF1-93953E79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68032"/>
            <a:ext cx="6903720" cy="45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3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EF52-0771-FE76-3484-23CF2898B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Model Training &amp; Evaluation (Zak/Alex)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706B-647F-5E02-B249-79752226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/>
              <a:t>Analysing Feature Importance using the feature_importances_ method from the Random Forest class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7E6CE-1B98-609B-B11A-7D0A4347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88732"/>
            <a:ext cx="6389346" cy="368984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189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40335-C4FB-CB14-07B2-082AE463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8DE4A-D596-1AC3-350C-3ABBABC0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800"/>
              <a:t>Model Training &amp; Evaluation (Zak/Alex)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583FE-F54C-2565-62FA-BC2ABABF2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 b="1"/>
              <a:t>Similar results in accuracy metrics produced by Random Forest, Gradient Boosting and Scale Vector Regression</a:t>
            </a:r>
            <a:endParaRPr lang="en-US" sz="1700"/>
          </a:p>
          <a:p>
            <a:r>
              <a:rPr lang="en-GB" sz="1700" b="1">
                <a:ea typeface="+mn-lt"/>
                <a:cs typeface="+mn-lt"/>
              </a:rPr>
              <a:t>Negligible improvement from regularized models, e.g. Ridge and Lasso Regression</a:t>
            </a:r>
          </a:p>
          <a:p>
            <a:r>
              <a:rPr lang="en-GB" sz="1700" b="1">
                <a:ea typeface="+mn-lt"/>
                <a:cs typeface="+mn-lt"/>
              </a:rPr>
              <a:t>Indicate a bias towards non-linear feature(s), like the smoker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7738D-7F40-D8A6-610B-22EE5DDE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93402"/>
            <a:ext cx="6903720" cy="547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44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12167-EA17-698C-800B-BA3C8333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/>
              <a:t>Results &amp; Discussion (Alex)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80A8-E7F1-38BC-AE32-A66B01082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The most accurate model was the Random Forest Model with gradient boosting coming 2nd.</a:t>
            </a:r>
          </a:p>
          <a:p>
            <a:r>
              <a:rPr lang="en-GB" sz="2200"/>
              <a:t>Random Forest has the lowest MSE (17,956,110.78) and the second lowest MAE (2,211.62).</a:t>
            </a:r>
          </a:p>
          <a:p>
            <a:r>
              <a:rPr lang="en-GB" sz="2200"/>
              <a:t>Making it the most accurate model</a:t>
            </a:r>
          </a:p>
          <a:p>
            <a:pPr marL="0" indent="0">
              <a:buNone/>
            </a:pPr>
            <a:endParaRPr lang="en-GB" sz="2200" b="1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95B3BF-6DBB-D77C-E4DB-CC466DA6B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983" y="640080"/>
            <a:ext cx="375109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41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B40E1-33D9-9461-CDAD-DCCC47D3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Challenges</a:t>
            </a:r>
            <a:br>
              <a:rPr lang="en-GB">
                <a:solidFill>
                  <a:srgbClr val="FFFFFF"/>
                </a:solidFill>
              </a:rPr>
            </a:br>
            <a:r>
              <a:rPr lang="en-GB">
                <a:solidFill>
                  <a:srgbClr val="FFFFFF"/>
                </a:solidFill>
              </a:rPr>
              <a:t>(Alex)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5A60-4675-8E5E-B2DF-60C804033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200" b="1"/>
              <a:t>Computational Costs</a:t>
            </a:r>
          </a:p>
          <a:p>
            <a:pPr marL="0" indent="0">
              <a:buNone/>
            </a:pPr>
            <a:r>
              <a:rPr lang="en-GB" sz="2200"/>
              <a:t>Grid Search (Very resource intensive)</a:t>
            </a:r>
          </a:p>
          <a:p>
            <a:pPr marL="0" indent="0">
              <a:buNone/>
            </a:pPr>
            <a:r>
              <a:rPr lang="en-GB" sz="2200" b="1"/>
              <a:t>Overfitting Risks</a:t>
            </a:r>
          </a:p>
          <a:p>
            <a:pPr marL="0" indent="0">
              <a:buNone/>
            </a:pPr>
            <a:r>
              <a:rPr lang="en-GB" sz="2200"/>
              <a:t>Tuning can lead to overfitting if validation isn't good</a:t>
            </a:r>
          </a:p>
          <a:p>
            <a:pPr marL="0" indent="0">
              <a:buNone/>
            </a:pPr>
            <a:r>
              <a:rPr lang="en-GB" sz="2200" b="1"/>
              <a:t>Parameter Selection</a:t>
            </a:r>
          </a:p>
          <a:p>
            <a:pPr marL="0" indent="0">
              <a:buNone/>
            </a:pPr>
            <a:r>
              <a:rPr lang="en-GB" sz="2200"/>
              <a:t>Parameter selection required research into what was best</a:t>
            </a:r>
          </a:p>
          <a:p>
            <a:pPr marL="0" indent="0">
              <a:buNone/>
            </a:pPr>
            <a:r>
              <a:rPr lang="en-GB" sz="2200" b="1"/>
              <a:t>Interpretability</a:t>
            </a:r>
          </a:p>
          <a:p>
            <a:pPr marL="0" indent="0">
              <a:buNone/>
            </a:pPr>
            <a:r>
              <a:rPr lang="en-GB" sz="2200"/>
              <a:t>Some models (</a:t>
            </a:r>
            <a:r>
              <a:rPr lang="en-GB" sz="2200" err="1"/>
              <a:t>XGBoost</a:t>
            </a:r>
            <a:r>
              <a:rPr lang="en-GB" sz="2200"/>
              <a:t>) have a lot of hyperparameters making it hard to interpret</a:t>
            </a:r>
          </a:p>
          <a:p>
            <a:pPr marL="0" indent="0">
              <a:buNone/>
            </a:pPr>
            <a:endParaRPr lang="en-GB" sz="2200" b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69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73DF0-0B0E-C22F-D530-20C74940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ptos"/>
              </a:rPr>
              <a:t>Lessons learned (Alex)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D31B2C-341B-3E28-4337-964CE0818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122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7276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BDF54-793D-C369-4EE7-1D1D52F7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02526"/>
            <a:ext cx="11658600" cy="460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5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6A273-0AB6-13FE-54F5-0182FCDB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7E39D-5936-1A3B-BB5E-C9F0C15B3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b="1">
                <a:ea typeface="+mn-lt"/>
                <a:cs typeface="+mn-lt"/>
              </a:rPr>
              <a:t>Sources, libraries, tools used</a:t>
            </a:r>
          </a:p>
          <a:p>
            <a:endParaRPr lang="en-GB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33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Building a regression ML model to determine key factors and bias in medical insurance charges.</vt:lpstr>
      <vt:lpstr>Introduction (Alex)</vt:lpstr>
      <vt:lpstr>Dataset Description (Alex)</vt:lpstr>
      <vt:lpstr>Data Preprocessing (Orlando)</vt:lpstr>
      <vt:lpstr>Exploratory Data Analysis (EDA) (Orlando)</vt:lpstr>
      <vt:lpstr>Exploratory Data Analysis (EDA) (Orlando)</vt:lpstr>
      <vt:lpstr>Model Selection (Mohammed)</vt:lpstr>
      <vt:lpstr>Linear Regression</vt:lpstr>
      <vt:lpstr>Random Forest</vt:lpstr>
      <vt:lpstr>Gradient Boosting</vt:lpstr>
      <vt:lpstr>Support Vector</vt:lpstr>
      <vt:lpstr>Ridge/Lasso Regressor</vt:lpstr>
      <vt:lpstr>Model Training &amp; Evaluation (Zak/Alex)</vt:lpstr>
      <vt:lpstr>Model Training &amp; Evaluation (Zak/Alex)</vt:lpstr>
      <vt:lpstr>Model Training &amp; Evaluation (Zak/Alex)</vt:lpstr>
      <vt:lpstr>Model Training &amp; Evaluation (Zak/Alex)</vt:lpstr>
      <vt:lpstr>Results &amp; Discussion (Alex)</vt:lpstr>
      <vt:lpstr>Challenges (Alex)</vt:lpstr>
      <vt:lpstr>Lessons learned (Alex)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41</cp:revision>
  <dcterms:created xsi:type="dcterms:W3CDTF">2025-11-28T12:08:53Z</dcterms:created>
  <dcterms:modified xsi:type="dcterms:W3CDTF">2025-12-15T09:09:04Z</dcterms:modified>
</cp:coreProperties>
</file>