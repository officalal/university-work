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deel Saadany" userId="475dc5b3-3b1d-44e2-97b5-d4cb32e92824" providerId="ADAL" clId="{D67A80E3-1EEA-44B6-83F2-FA27E29F1AAF}"/>
    <pc:docChg chg="custSel addSld modSld">
      <pc:chgData name="Hadeel Saadany" userId="475dc5b3-3b1d-44e2-97b5-d4cb32e92824" providerId="ADAL" clId="{D67A80E3-1EEA-44B6-83F2-FA27E29F1AAF}" dt="2025-11-13T14:40:44.980" v="41" actId="20577"/>
      <pc:docMkLst>
        <pc:docMk/>
      </pc:docMkLst>
      <pc:sldChg chg="addSp delSp modSp new mod setBg">
        <pc:chgData name="Hadeel Saadany" userId="475dc5b3-3b1d-44e2-97b5-d4cb32e92824" providerId="ADAL" clId="{D67A80E3-1EEA-44B6-83F2-FA27E29F1AAF}" dt="2025-11-13T14:40:44.980" v="41" actId="20577"/>
        <pc:sldMkLst>
          <pc:docMk/>
          <pc:sldMk cId="163975246" sldId="256"/>
        </pc:sldMkLst>
        <pc:spChg chg="mod">
          <ac:chgData name="Hadeel Saadany" userId="475dc5b3-3b1d-44e2-97b5-d4cb32e92824" providerId="ADAL" clId="{D67A80E3-1EEA-44B6-83F2-FA27E29F1AAF}" dt="2025-11-13T14:40:44.980" v="41" actId="20577"/>
          <ac:spMkLst>
            <pc:docMk/>
            <pc:sldMk cId="163975246" sldId="256"/>
            <ac:spMk id="2" creationId="{7C665EEC-C378-5B9A-A311-AA334E9AC9D3}"/>
          </ac:spMkLst>
        </pc:spChg>
        <pc:spChg chg="add del mod">
          <ac:chgData name="Hadeel Saadany" userId="475dc5b3-3b1d-44e2-97b5-d4cb32e92824" providerId="ADAL" clId="{D67A80E3-1EEA-44B6-83F2-FA27E29F1AAF}" dt="2025-11-13T14:40:06.891" v="3" actId="478"/>
          <ac:spMkLst>
            <pc:docMk/>
            <pc:sldMk cId="163975246" sldId="256"/>
            <ac:spMk id="4" creationId="{25622B17-E80B-6E90-6523-8508677F9817}"/>
          </ac:spMkLst>
        </pc:spChg>
        <pc:spChg chg="add">
          <ac:chgData name="Hadeel Saadany" userId="475dc5b3-3b1d-44e2-97b5-d4cb32e92824" providerId="ADAL" clId="{D67A80E3-1EEA-44B6-83F2-FA27E29F1AAF}" dt="2025-11-13T14:40:33.358" v="5" actId="26606"/>
          <ac:spMkLst>
            <pc:docMk/>
            <pc:sldMk cId="163975246" sldId="256"/>
            <ac:spMk id="11" creationId="{47942995-B07F-4636-9A06-C6A104B260A8}"/>
          </ac:spMkLst>
        </pc:spChg>
        <pc:spChg chg="add">
          <ac:chgData name="Hadeel Saadany" userId="475dc5b3-3b1d-44e2-97b5-d4cb32e92824" providerId="ADAL" clId="{D67A80E3-1EEA-44B6-83F2-FA27E29F1AAF}" dt="2025-11-13T14:40:33.358" v="5" actId="26606"/>
          <ac:spMkLst>
            <pc:docMk/>
            <pc:sldMk cId="163975246" sldId="256"/>
            <ac:spMk id="18" creationId="{B81933D1-5615-42C7-9C0B-4EB7105CCE2D}"/>
          </ac:spMkLst>
        </pc:spChg>
        <pc:spChg chg="add">
          <ac:chgData name="Hadeel Saadany" userId="475dc5b3-3b1d-44e2-97b5-d4cb32e92824" providerId="ADAL" clId="{D67A80E3-1EEA-44B6-83F2-FA27E29F1AAF}" dt="2025-11-13T14:40:33.358" v="5" actId="26606"/>
          <ac:spMkLst>
            <pc:docMk/>
            <pc:sldMk cId="163975246" sldId="256"/>
            <ac:spMk id="20" creationId="{19C9EAEA-39D0-4B0E-A0EB-51E7B26740B1}"/>
          </ac:spMkLst>
        </pc:spChg>
        <pc:grpChg chg="add">
          <ac:chgData name="Hadeel Saadany" userId="475dc5b3-3b1d-44e2-97b5-d4cb32e92824" providerId="ADAL" clId="{D67A80E3-1EEA-44B6-83F2-FA27E29F1AAF}" dt="2025-11-13T14:40:33.358" v="5" actId="26606"/>
          <ac:grpSpMkLst>
            <pc:docMk/>
            <pc:sldMk cId="163975246" sldId="256"/>
            <ac:grpSpMk id="13" creationId="{032D8612-31EB-44CF-A1D0-14FD4C705424}"/>
          </ac:grpSpMkLst>
        </pc:grpChg>
        <pc:picChg chg="add mod">
          <ac:chgData name="Hadeel Saadany" userId="475dc5b3-3b1d-44e2-97b5-d4cb32e92824" providerId="ADAL" clId="{D67A80E3-1EEA-44B6-83F2-FA27E29F1AAF}" dt="2025-11-13T14:40:33.358" v="5" actId="26606"/>
          <ac:picMkLst>
            <pc:docMk/>
            <pc:sldMk cId="163975246" sldId="256"/>
            <ac:picMk id="6" creationId="{E6868EA3-BE51-09E4-0362-EFCB025AA8A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8999-4D45-A07F-8255-564708A6E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AF00-DD8C-EA7B-EC71-E2F43A36C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3BA7F-EBE8-B01B-0841-CADEB38B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6BF86-8828-19CA-6C19-44CF0887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7739-9782-6707-0999-77722B50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09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99A8-3BBF-52BB-E631-4B2C089A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914AB-8281-C062-0839-7FC0C83A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227A-7B37-8458-870D-CEBDE4F7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78248-08ED-1DDA-7841-FCEDBBD7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BF685-A08F-9641-5522-82893870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12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6C5F-0732-8511-CAF6-F72DBBCD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1AB91-CCF2-07CA-3C15-15998BAF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2B24D-A520-2F6C-B1F4-51289A6B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25245-702D-0F7D-A33A-B86132A7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EC54-4435-0970-B8B1-D0AE7060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55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8D5D-3A35-63DC-1F5E-2CECD2BF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CF3D6-2EE3-FEE9-AC59-AF6B20C7A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19AD6-115E-F54C-0B1C-9B16B6254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1C25F-C152-3067-BC13-6268641D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504DB-6BAE-88AB-2263-89EC6248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1109E-B269-4759-8B48-4CFC297B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63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F0A3-7A47-44F2-4081-458F811DC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5E78E-F4D8-E324-4113-BBCA952D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50AF2-37A3-64CA-73B9-0082E5F6D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2B888-333D-E9A7-8DC5-908938953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1C0C4-2172-8A82-3F96-D8F2B2A2A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F7DAF-85A4-9CC0-4E12-08D7650F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B177D-4A88-C6B0-EF17-464269E8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58FA1-0636-B3BE-2B6D-A08BCC50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71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3BD1-88F2-EE6F-B527-0225A83B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AF92B-0023-C1EE-1F87-B17440B2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4EC49-1713-B8AA-2711-77EF80C8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48D45-4B8F-547A-0A3B-8EBD7D17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50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8CD27-A638-3CD2-A009-6D9A805C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D6777-441A-E8D1-38BE-5FCAF091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4D152-CDAE-CC31-1E7F-B50797F5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3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20E4-0C57-B486-431E-125EA8F0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5A84-393F-B3CE-FA27-62FEF84B7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20068-34E2-9AA9-891B-FAE4AD56F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B8610-DA3D-5999-0C42-79CC835D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B49F6-5107-1B3D-6165-F66D235F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7F81F-7AC5-9AF4-809F-6970814C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91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A52E-F227-89E0-1103-8F5EDD1E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5BA9F-C076-E83A-02ED-69CED9D44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01D38-4E3D-B798-EC3E-B261E50DA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356B7-1F22-6A26-B762-3B3F92DF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22757-3E5C-F2AA-0F43-19D615CE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2BDD-A401-DF59-283E-7772A5BB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13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120D-6790-6190-E650-F270FAB2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B06DD-DA97-CF4F-C9BD-C79FEB8D1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352CB-21E6-8C14-D509-E9691E87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4120C-8AA4-4963-62D7-27A60413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15C4A-F8CB-171B-5D36-1BAFF080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8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FDDB-AAEE-4E11-9B51-C9B8DE486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ECADB-5384-DA84-8532-6A734B0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A561-056F-48FB-0D61-1E1F4263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512C1-86DB-FCB8-1FCD-4F6D7173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D93C0-8CC0-2FCF-EB38-ED2E06DF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81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902E1-EE3E-83E4-6103-BA8ADEAF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1005A-2B5B-5C4A-4C12-A5B3E310F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5F19B-7660-10A7-6D8A-4F5BC9580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FB811-9325-4C01-A7DA-13B550BE2D40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B892A-D064-2A2A-3FE6-FCE052F58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8570E-32D1-608F-D703-61465B53E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2FC89-6C22-402E-853A-F086E4E25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13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65EEC-C378-5B9A-A311-AA334E9A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Fill in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survey: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68EA3-BE51-09E4-0362-EFCB025A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945" y="666728"/>
            <a:ext cx="5507094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Fill in this survey: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Hadeel Saadany</dc:creator>
  <cp:lastModifiedBy>Hadeel Saadany</cp:lastModifiedBy>
  <cp:revision>1</cp:revision>
  <dcterms:created xsi:type="dcterms:W3CDTF">2025-11-13T14:39:51Z</dcterms:created>
  <dcterms:modified xsi:type="dcterms:W3CDTF">2025-11-13T14:40:45Z</dcterms:modified>
</cp:coreProperties>
</file>